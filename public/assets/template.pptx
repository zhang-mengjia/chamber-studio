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b553c511d4b8c" /><Relationship Type="http://schemas.openxmlformats.org/officeDocument/2006/relationships/extended-properties" Target="/docProps/app.xml" Id="Rfd67580499214e87" /><Relationship Type="http://schemas.openxmlformats.org/officeDocument/2006/relationships/officeDocument" Target="/ppt/presentation.xml" Id="Rf74f44972a73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2215f06584e04"/>
  </p:sldMasterIdLst>
  <p:notesMasterIdLst>
    <p:notesMasterId xmlns:r="http://schemas.openxmlformats.org/officeDocument/2006/relationships" r:id="Re95b1844e7a64de2"/>
  </p:notesMasterIdLst>
  <p:sldIdLst>
    <p:sldId xmlns:r="http://schemas.openxmlformats.org/officeDocument/2006/relationships" id="256" r:id="Rc4578536c6514910"/>
  </p:sldIdLst>
  <p:sldSz cx="12192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f1b2cc584b45d5" /><Relationship Type="http://schemas.openxmlformats.org/officeDocument/2006/relationships/slideMaster" Target="/ppt/slideMasters/slideMaster1.xml" Id="R64f2215f06584e04" /><Relationship Type="http://schemas.openxmlformats.org/officeDocument/2006/relationships/notesMaster" Target="/ppt/notesMasters/notesMaster1.xml" Id="Re95b1844e7a64de2" /><Relationship Type="http://schemas.openxmlformats.org/officeDocument/2006/relationships/presProps" Target="/ppt/presProps.xml" Id="R7adf16ec1ee8430b" /><Relationship Type="http://schemas.openxmlformats.org/officeDocument/2006/relationships/tableStyles" Target="/ppt/tableStyles.xml" Id="Rac5ebb1ca3fa4673" /><Relationship Type="http://schemas.openxmlformats.org/officeDocument/2006/relationships/slide" Target="/ppt/slides/slide1.xml" Id="Rc4578536c651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0946388cdc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f4fee21a5441a" /><Relationship Type="http://schemas.openxmlformats.org/officeDocument/2006/relationships/notesMaster" Target="/ppt/notesMasters/notesMaster1.xml" Id="R50720c3fc615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d6131121c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d537a50da74c75" /><Relationship Type="http://schemas.openxmlformats.org/officeDocument/2006/relationships/slideLayout" Target="/ppt/slideLayouts/slideLayout1.xml" Id="R00a5594c92ec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5594c92ec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ac2127c8240d3" /><Relationship Type="http://schemas.openxmlformats.org/officeDocument/2006/relationships/notesSlide" Target="/ppt/notesSlides/notesSlide1.xml" Id="Rb64f8ecb23354e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141148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2026-09-22T07:44:52.0290000Z</dcterms:created>
  <dcterms:modified xsi:type="dcterms:W3CDTF">2026-09-22T07:44:52.0290000Z</dcterms:modified>
</coreProperties>
</file>