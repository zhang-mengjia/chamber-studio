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b553c511d4b8c" /><Relationship Type="http://schemas.openxmlformats.org/officeDocument/2006/relationships/extended-properties" Target="/docProps/app.xml" Id="Rfd67580499214e87" /><Relationship Type="http://schemas.openxmlformats.org/officeDocument/2006/relationships/officeDocument" Target="/ppt/presentation.xml" Id="Rf74f44972a73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f2215f06584e04"/>
  </p:sldMasterIdLst>
  <p:notesMasterIdLst>
    <p:notesMasterId xmlns:r="http://schemas.openxmlformats.org/officeDocument/2006/relationships" r:id="Re95b1844e7a64de2"/>
  </p:notesMasterIdLst>
  <p:sldIdLst>
    <p:sldId xmlns:r="http://schemas.openxmlformats.org/officeDocument/2006/relationships" id="256" r:id="Rc4578536c6514910"/>
  </p:sldIdLst>
  <p:sldSz cx="5791200" cy="5153743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f1b2cc584b45d5" /><Relationship Type="http://schemas.openxmlformats.org/officeDocument/2006/relationships/slideMaster" Target="/ppt/slideMasters/slideMaster1.xml" Id="R64f2215f06584e04" /><Relationship Type="http://schemas.openxmlformats.org/officeDocument/2006/relationships/notesMaster" Target="/ppt/notesMasters/notesMaster1.xml" Id="Re95b1844e7a64de2" /><Relationship Type="http://schemas.openxmlformats.org/officeDocument/2006/relationships/presProps" Target="/ppt/presProps.xml" Id="R7adf16ec1ee8430b" /><Relationship Type="http://schemas.openxmlformats.org/officeDocument/2006/relationships/tableStyles" Target="/ppt/tableStyles.xml" Id="Rac5ebb1ca3fa4673" /><Relationship Type="http://schemas.openxmlformats.org/officeDocument/2006/relationships/slide" Target="/ppt/slides/slide1.xml" Id="Rc4578536c651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0946388cdc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f4fee21a5441a" /><Relationship Type="http://schemas.openxmlformats.org/officeDocument/2006/relationships/notesMaster" Target="/ppt/notesMasters/notesMaster1.xml" Id="R50720c3fc6154b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d6131121c42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d537a50da74c75" /><Relationship Type="http://schemas.openxmlformats.org/officeDocument/2006/relationships/slideLayout" Target="/ppt/slideLayouts/slideLayout1.xml" Id="R00a5594c92ec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5594c92ec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ac2127c8240d3" /><Relationship Type="http://schemas.openxmlformats.org/officeDocument/2006/relationships/notesSlide" Target="/ppt/notesSlides/notesSlide1.xml" Id="Rb64f8ecb23354e8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ular cha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ox back"/>
          <p:cNvGrpSpPr/>
          <p:nvPr/>
        </p:nvGrpSpPr>
        <p:grpSpPr>
          <a:xfrm>
            <a:off x="1154435" y="9325"/>
            <a:ext cx="3482329" cy="3684122"/>
            <a:chOff x="4354835" y="590350"/>
            <a:chExt cx="3482329" cy="3684122"/>
          </a:xfrm>
        </p:grpSpPr>
        <p:sp>
          <p:nvSpPr>
            <p:cNvPr id="3" name="Box back 0"/>
            <p:cNvSpPr/>
            <p:nvPr/>
          </p:nvSpPr>
          <p:spPr>
            <a:xfrm>
              <a:off x="4354835" y="590350"/>
              <a:ext cx="3482329" cy="3684122"/>
            </a:xfrm>
            <a:custGeom>
              <a:avLst/>
              <a:gdLst/>
              <a:ahLst/>
              <a:cxnLst/>
              <a:rect l="0" t="0" r="r" b="b"/>
              <a:pathLst>
                <a:path w="3482329" h="3684122" fill="norm">
                  <a:moveTo>
                    <a:pt x="0" y="0"/>
                  </a:moveTo>
                  <a:lnTo>
                    <a:pt x="3482329" y="0"/>
                  </a:lnTo>
                  <a:lnTo>
                    <a:pt x="3482329" y="3684122"/>
                  </a:lnTo>
                  <a:lnTo>
                    <a:pt x="0" y="3684122"/>
                  </a:lnTo>
                  <a:close/>
                </a:path>
              </a:pathLst>
            </a:custGeom>
            <a:solidFill>
              <a:srgbClr val="EFEEEB"/>
            </a:solidFill>
            <a:ln w="18650" cap="rnd">
              <a:solidFill>
                <a:srgbClr val="040000"/>
              </a:solidFill>
              <a:round/>
            </a:ln>
          </p:spPr>
        </p:sp>
      </p:grpSp>
      <p:grpSp>
        <p:nvGrpSpPr>
          <p:cNvPr id="4" name="left wall"/>
          <p:cNvGrpSpPr/>
          <p:nvPr/>
        </p:nvGrpSpPr>
        <p:grpSpPr>
          <a:xfrm>
            <a:off x="142113" y="9325"/>
            <a:ext cx="1012322" cy="5015360"/>
            <a:chOff x="3342513" y="590350"/>
            <a:chExt cx="1012322" cy="5015360"/>
          </a:xfrm>
        </p:grpSpPr>
        <p:sp>
          <p:nvSpPr>
            <p:cNvPr id="5" name="left wall 1"/>
            <p:cNvSpPr/>
            <p:nvPr/>
          </p:nvSpPr>
          <p:spPr>
            <a:xfrm>
              <a:off x="3342513" y="590350"/>
              <a:ext cx="1012322" cy="5015360"/>
            </a:xfrm>
            <a:custGeom>
              <a:avLst/>
              <a:gdLst/>
              <a:ahLst/>
              <a:cxnLst/>
              <a:rect l="0" t="0" r="r" b="b"/>
              <a:pathLst>
                <a:path w="1012322" h="5015360" fill="norm">
                  <a:moveTo>
                    <a:pt x="0" y="661329"/>
                  </a:moveTo>
                  <a:lnTo>
                    <a:pt x="0" y="5015360"/>
                  </a:lnTo>
                  <a:lnTo>
                    <a:pt x="1012322" y="3775134"/>
                  </a:lnTo>
                  <a:lnTo>
                    <a:pt x="1012322" y="0"/>
                  </a:lnTo>
                  <a:lnTo>
                    <a:pt x="0" y="661329"/>
                  </a:lnTo>
                  <a:close/>
                </a:path>
              </a:pathLst>
            </a:custGeom>
            <a:solidFill>
              <a:srgbClr val="D5D3D1"/>
            </a:solidFill>
            <a:ln w="0" cap="rnd">
              <a:noFill/>
              <a:round/>
            </a:ln>
          </p:spPr>
        </p:sp>
        <p:sp>
          <p:nvSpPr>
            <p:cNvPr id="6" name="left wall 2"/>
            <p:cNvSpPr/>
            <p:nvPr/>
          </p:nvSpPr>
          <p:spPr>
            <a:xfrm>
              <a:off x="3342513" y="590350"/>
              <a:ext cx="1012322" cy="5015360"/>
            </a:xfrm>
            <a:custGeom>
              <a:avLst/>
              <a:gdLst/>
              <a:ahLst/>
              <a:cxnLst/>
              <a:rect l="0" t="0" r="r" b="b"/>
              <a:pathLst>
                <a:path w="1012322" h="5015360" fill="none">
                  <a:moveTo>
                    <a:pt x="0" y="661329"/>
                  </a:moveTo>
                  <a:lnTo>
                    <a:pt x="0" y="5015360"/>
                  </a:lnTo>
                  <a:lnTo>
                    <a:pt x="1012322" y="3775134"/>
                  </a:lnTo>
                  <a:lnTo>
                    <a:pt x="1012322" y="0"/>
                  </a:lnTo>
                  <a:lnTo>
                    <a:pt x="0" y="661329"/>
                  </a:lnTo>
                  <a:close/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</p:grpSp>
      <p:grpSp>
        <p:nvGrpSpPr>
          <p:cNvPr id="7" name="right wall"/>
          <p:cNvGrpSpPr/>
          <p:nvPr/>
        </p:nvGrpSpPr>
        <p:grpSpPr>
          <a:xfrm>
            <a:off x="4636765" y="9325"/>
            <a:ext cx="1012322" cy="5015360"/>
            <a:chOff x="7837165" y="590350"/>
            <a:chExt cx="1012322" cy="5015360"/>
          </a:xfrm>
        </p:grpSpPr>
        <p:sp>
          <p:nvSpPr>
            <p:cNvPr id="8" name="right wall 3"/>
            <p:cNvSpPr/>
            <p:nvPr/>
          </p:nvSpPr>
          <p:spPr>
            <a:xfrm>
              <a:off x="7846490" y="607881"/>
              <a:ext cx="993672" cy="4971719"/>
            </a:xfrm>
            <a:custGeom>
              <a:avLst/>
              <a:gdLst/>
              <a:ahLst/>
              <a:cxnLst/>
              <a:rect l="0" t="0" r="r" b="b"/>
              <a:pathLst>
                <a:path w="993672" h="4971719" fill="norm">
                  <a:moveTo>
                    <a:pt x="0" y="3754246"/>
                  </a:moveTo>
                  <a:lnTo>
                    <a:pt x="0" y="0"/>
                  </a:lnTo>
                  <a:lnTo>
                    <a:pt x="993672" y="649020"/>
                  </a:lnTo>
                  <a:lnTo>
                    <a:pt x="993672" y="4971719"/>
                  </a:lnTo>
                  <a:lnTo>
                    <a:pt x="0" y="3754246"/>
                  </a:lnTo>
                  <a:close/>
                </a:path>
              </a:pathLst>
            </a:custGeom>
            <a:solidFill>
              <a:srgbClr val="D5D3D1"/>
            </a:solidFill>
            <a:ln w="0" cap="rnd">
              <a:noFill/>
              <a:round/>
            </a:ln>
          </p:spPr>
        </p:sp>
        <p:sp>
          <p:nvSpPr>
            <p:cNvPr id="9" name="right wall 4"/>
            <p:cNvSpPr/>
            <p:nvPr/>
          </p:nvSpPr>
          <p:spPr>
            <a:xfrm>
              <a:off x="7837165" y="590350"/>
              <a:ext cx="1012322" cy="5015360"/>
            </a:xfrm>
            <a:custGeom>
              <a:avLst/>
              <a:gdLst/>
              <a:ahLst/>
              <a:cxnLst/>
              <a:rect l="0" t="0" r="r" b="b"/>
              <a:pathLst>
                <a:path w="1012322" h="5015360" fill="norm">
                  <a:moveTo>
                    <a:pt x="18650" y="34689"/>
                  </a:moveTo>
                  <a:lnTo>
                    <a:pt x="993672" y="671400"/>
                  </a:lnTo>
                  <a:lnTo>
                    <a:pt x="993672" y="4963140"/>
                  </a:lnTo>
                  <a:lnTo>
                    <a:pt x="18650" y="3768420"/>
                  </a:lnTo>
                  <a:lnTo>
                    <a:pt x="18650" y="34689"/>
                  </a:lnTo>
                  <a:moveTo>
                    <a:pt x="0" y="0"/>
                  </a:moveTo>
                  <a:lnTo>
                    <a:pt x="0" y="3774761"/>
                  </a:lnTo>
                  <a:lnTo>
                    <a:pt x="1012322" y="5015360"/>
                  </a:lnTo>
                  <a:lnTo>
                    <a:pt x="1012322" y="66132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D3D0"/>
            </a:solidFill>
            <a:ln w="0" cap="rnd">
              <a:noFill/>
              <a:round/>
            </a:ln>
          </p:spPr>
        </p:sp>
        <p:sp>
          <p:nvSpPr>
            <p:cNvPr id="10" name="right wall 5"/>
            <p:cNvSpPr/>
            <p:nvPr/>
          </p:nvSpPr>
          <p:spPr>
            <a:xfrm>
              <a:off x="7837165" y="590350"/>
              <a:ext cx="1012322" cy="5015360"/>
            </a:xfrm>
            <a:custGeom>
              <a:avLst/>
              <a:gdLst/>
              <a:ahLst/>
              <a:cxnLst/>
              <a:rect l="0" t="0" r="r" b="b"/>
              <a:pathLst>
                <a:path w="1012322" h="5015360" fill="none">
                  <a:moveTo>
                    <a:pt x="1012322" y="661329"/>
                  </a:moveTo>
                  <a:lnTo>
                    <a:pt x="1012322" y="5015360"/>
                  </a:lnTo>
                  <a:lnTo>
                    <a:pt x="0" y="3775134"/>
                  </a:lnTo>
                  <a:lnTo>
                    <a:pt x="0" y="0"/>
                  </a:lnTo>
                  <a:lnTo>
                    <a:pt x="1012322" y="661329"/>
                  </a:lnTo>
                  <a:close/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</p:grpSp>
      <p:grpSp>
        <p:nvGrpSpPr>
          <p:cNvPr id="11" name="Floor"/>
          <p:cNvGrpSpPr/>
          <p:nvPr/>
        </p:nvGrpSpPr>
        <p:grpSpPr>
          <a:xfrm>
            <a:off x="142113" y="3693820"/>
            <a:ext cx="5506974" cy="1330864"/>
            <a:chOff x="3342513" y="4274845"/>
            <a:chExt cx="5506974" cy="1330864"/>
          </a:xfrm>
        </p:grpSpPr>
        <p:sp>
          <p:nvSpPr>
            <p:cNvPr id="12" name="Floor 6"/>
            <p:cNvSpPr/>
            <p:nvPr/>
          </p:nvSpPr>
          <p:spPr>
            <a:xfrm>
              <a:off x="3361163" y="4284170"/>
              <a:ext cx="5469674" cy="1312214"/>
            </a:xfrm>
            <a:custGeom>
              <a:avLst/>
              <a:gdLst/>
              <a:ahLst/>
              <a:cxnLst/>
              <a:rect l="0" t="0" r="r" b="b"/>
              <a:pathLst>
                <a:path w="5469674" h="1312214" fill="norm">
                  <a:moveTo>
                    <a:pt x="0" y="1312214"/>
                  </a:moveTo>
                  <a:lnTo>
                    <a:pt x="998148" y="0"/>
                  </a:lnTo>
                  <a:lnTo>
                    <a:pt x="4471526" y="0"/>
                  </a:lnTo>
                  <a:lnTo>
                    <a:pt x="5469674" y="1312214"/>
                  </a:lnTo>
                  <a:lnTo>
                    <a:pt x="0" y="1312214"/>
                  </a:lnTo>
                  <a:close/>
                </a:path>
              </a:pathLst>
            </a:custGeom>
            <a:solidFill>
              <a:srgbClr val="E0DFDC"/>
            </a:solidFill>
            <a:ln w="0" cap="rnd">
              <a:noFill/>
              <a:round/>
            </a:ln>
          </p:spPr>
        </p:sp>
        <p:sp>
          <p:nvSpPr>
            <p:cNvPr id="13" name="Floor 7"/>
            <p:cNvSpPr/>
            <p:nvPr/>
          </p:nvSpPr>
          <p:spPr>
            <a:xfrm>
              <a:off x="3342513" y="4274845"/>
              <a:ext cx="5506974" cy="1330864"/>
            </a:xfrm>
            <a:custGeom>
              <a:avLst/>
              <a:gdLst/>
              <a:ahLst/>
              <a:cxnLst/>
              <a:rect l="0" t="0" r="r" b="b"/>
              <a:pathLst>
                <a:path w="5506974" h="1330864" fill="norm">
                  <a:moveTo>
                    <a:pt x="4485700" y="18650"/>
                  </a:moveTo>
                  <a:lnTo>
                    <a:pt x="5469674" y="1312214"/>
                  </a:lnTo>
                  <a:lnTo>
                    <a:pt x="38046" y="1312214"/>
                  </a:lnTo>
                  <a:lnTo>
                    <a:pt x="1022020" y="18650"/>
                  </a:lnTo>
                  <a:lnTo>
                    <a:pt x="4486073" y="18650"/>
                  </a:lnTo>
                  <a:moveTo>
                    <a:pt x="4494652" y="0"/>
                  </a:moveTo>
                  <a:lnTo>
                    <a:pt x="1012322" y="0"/>
                  </a:lnTo>
                  <a:lnTo>
                    <a:pt x="0" y="1330864"/>
                  </a:lnTo>
                  <a:lnTo>
                    <a:pt x="5506974" y="1330864"/>
                  </a:lnTo>
                  <a:lnTo>
                    <a:pt x="4494652" y="0"/>
                  </a:lnTo>
                  <a:lnTo>
                    <a:pt x="4494652" y="0"/>
                  </a:lnTo>
                  <a:close/>
                </a:path>
              </a:pathLst>
            </a:custGeom>
            <a:solidFill>
              <a:srgbClr val="D4D3D0"/>
            </a:solidFill>
            <a:ln w="0" cap="rnd">
              <a:noFill/>
              <a:round/>
            </a:ln>
          </p:spPr>
        </p:sp>
        <p:sp>
          <p:nvSpPr>
            <p:cNvPr id="14" name="Floor 8"/>
            <p:cNvSpPr/>
            <p:nvPr/>
          </p:nvSpPr>
          <p:spPr>
            <a:xfrm>
              <a:off x="3342513" y="4274845"/>
              <a:ext cx="5506974" cy="1330864"/>
            </a:xfrm>
            <a:custGeom>
              <a:avLst/>
              <a:gdLst/>
              <a:ahLst/>
              <a:cxnLst/>
              <a:rect l="0" t="0" r="r" b="b"/>
              <a:pathLst>
                <a:path w="5506974" h="1330864" fill="none">
                  <a:moveTo>
                    <a:pt x="5506974" y="1330864"/>
                  </a:moveTo>
                  <a:lnTo>
                    <a:pt x="0" y="1330864"/>
                  </a:lnTo>
                  <a:lnTo>
                    <a:pt x="1012322" y="0"/>
                  </a:lnTo>
                  <a:lnTo>
                    <a:pt x="4494652" y="0"/>
                  </a:lnTo>
                  <a:lnTo>
                    <a:pt x="5506974" y="1330864"/>
                  </a:lnTo>
                  <a:close/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</p:grpSp>
      <p:grpSp>
        <p:nvGrpSpPr>
          <p:cNvPr id="15" name="left House light column 3 row 2"/>
          <p:cNvGrpSpPr/>
          <p:nvPr/>
        </p:nvGrpSpPr>
        <p:grpSpPr>
          <a:xfrm>
            <a:off x="929610" y="655582"/>
            <a:ext cx="521709" cy="351138"/>
            <a:chOff x="4130010" y="1236607"/>
            <a:chExt cx="521709" cy="351138"/>
          </a:xfrm>
        </p:grpSpPr>
        <p:sp>
          <p:nvSpPr>
            <p:cNvPr id="16" name="left House light column 3 row 2 3"/>
            <p:cNvSpPr/>
            <p:nvPr/>
          </p:nvSpPr>
          <p:spPr>
            <a:xfrm>
              <a:off x="4130010" y="1237252"/>
              <a:ext cx="105438" cy="350493"/>
            </a:xfrm>
            <a:custGeom>
              <a:avLst/>
              <a:gdLst/>
              <a:ahLst/>
              <a:cxnLst/>
              <a:rect l="0" t="0" r="r" b="b"/>
              <a:pathLst>
                <a:path w="105438" h="350493" fill="norm">
                  <a:moveTo>
                    <a:pt x="105438" y="350170"/>
                  </a:moveTo>
                  <a:lnTo>
                    <a:pt x="56105" y="350170"/>
                  </a:lnTo>
                  <a:cubicBezTo>
                    <a:pt x="24828" y="350170"/>
                    <a:pt x="0" y="272140"/>
                    <a:pt x="0" y="175408"/>
                  </a:cubicBezTo>
                  <a:cubicBezTo>
                    <a:pt x="0" y="78676"/>
                    <a:pt x="24828" y="0"/>
                    <a:pt x="56105" y="0"/>
                  </a:cubicBezTo>
                  <a:lnTo>
                    <a:pt x="105438" y="0"/>
                  </a:lnTo>
                  <a:cubicBezTo>
                    <a:pt x="96410" y="0"/>
                    <a:pt x="88349" y="6126"/>
                    <a:pt x="81255" y="17412"/>
                  </a:cubicBezTo>
                  <a:cubicBezTo>
                    <a:pt x="61909" y="45787"/>
                    <a:pt x="49011" y="105761"/>
                    <a:pt x="49011" y="175408"/>
                  </a:cubicBezTo>
                  <a:cubicBezTo>
                    <a:pt x="49011" y="245055"/>
                    <a:pt x="61909" y="305029"/>
                    <a:pt x="81255" y="333404"/>
                  </a:cubicBezTo>
                  <a:cubicBezTo>
                    <a:pt x="88671" y="344044"/>
                    <a:pt x="96410" y="350493"/>
                    <a:pt x="105438" y="350493"/>
                  </a:cubicBezTo>
                  <a:close/>
                </a:path>
              </a:pathLst>
            </a:custGeom>
            <a:solidFill>
              <a:srgbClr val="000000"/>
            </a:solidFill>
            <a:ln w="9673" cap="rnd">
              <a:solidFill>
                <a:srgbClr val="231815"/>
              </a:solidFill>
              <a:round/>
            </a:ln>
          </p:spPr>
        </p:sp>
        <p:sp>
          <p:nvSpPr>
            <p:cNvPr id="17" name="left House light column 3 row 2 4"/>
            <p:cNvSpPr/>
            <p:nvPr/>
          </p:nvSpPr>
          <p:spPr>
            <a:xfrm>
              <a:off x="4179021" y="1236607"/>
              <a:ext cx="112532" cy="350493"/>
            </a:xfrm>
            <a:custGeom>
              <a:avLst/>
              <a:gdLst/>
              <a:ahLst/>
              <a:cxnLst/>
              <a:rect l="0" t="0" r="r" b="b"/>
              <a:pathLst>
                <a:path w="112532" h="350493" fill="norm">
                  <a:moveTo>
                    <a:pt x="112532" y="175730"/>
                  </a:moveTo>
                  <a:cubicBezTo>
                    <a:pt x="112532" y="272462"/>
                    <a:pt x="87704" y="350493"/>
                    <a:pt x="56427" y="350493"/>
                  </a:cubicBezTo>
                  <a:cubicBezTo>
                    <a:pt x="47399" y="350493"/>
                    <a:pt x="39338" y="344367"/>
                    <a:pt x="32244" y="333404"/>
                  </a:cubicBezTo>
                  <a:cubicBezTo>
                    <a:pt x="12898" y="305029"/>
                    <a:pt x="0" y="245055"/>
                    <a:pt x="0" y="175408"/>
                  </a:cubicBezTo>
                  <a:cubicBezTo>
                    <a:pt x="0" y="105761"/>
                    <a:pt x="12898" y="45787"/>
                    <a:pt x="32244" y="17412"/>
                  </a:cubicBezTo>
                  <a:cubicBezTo>
                    <a:pt x="39660" y="6126"/>
                    <a:pt x="47399" y="0"/>
                    <a:pt x="56427" y="0"/>
                  </a:cubicBezTo>
                  <a:cubicBezTo>
                    <a:pt x="87704" y="0"/>
                    <a:pt x="112532" y="78031"/>
                    <a:pt x="112532" y="175408"/>
                  </a:cubicBezTo>
                  <a:close/>
                </a:path>
              </a:pathLst>
            </a:custGeom>
            <a:solidFill>
              <a:srgbClr val="B3B3B3"/>
            </a:solidFill>
            <a:ln w="9673" cap="rnd">
              <a:solidFill>
                <a:srgbClr val="231815"/>
              </a:solidFill>
              <a:round/>
            </a:ln>
          </p:spPr>
        </p:sp>
        <p:sp>
          <p:nvSpPr>
            <p:cNvPr id="18" name="left House light column 3 row 2 5"/>
            <p:cNvSpPr/>
            <p:nvPr/>
          </p:nvSpPr>
          <p:spPr>
            <a:xfrm>
              <a:off x="4267692" y="1251762"/>
              <a:ext cx="98667" cy="113822"/>
            </a:xfrm>
            <a:custGeom>
              <a:avLst/>
              <a:gdLst/>
              <a:ahLst/>
              <a:cxnLst/>
              <a:rect l="0" t="0" r="r" b="b"/>
              <a:pathLst>
                <a:path w="98667" h="113822" fill="norm">
                  <a:moveTo>
                    <a:pt x="98344" y="113822"/>
                  </a:moveTo>
                  <a:lnTo>
                    <a:pt x="0" y="113822"/>
                  </a:lnTo>
                  <a:cubicBezTo>
                    <a:pt x="645" y="107050"/>
                    <a:pt x="1290" y="101246"/>
                    <a:pt x="2257" y="95120"/>
                  </a:cubicBezTo>
                  <a:cubicBezTo>
                    <a:pt x="4514" y="77708"/>
                    <a:pt x="8061" y="61586"/>
                    <a:pt x="12575" y="48689"/>
                  </a:cubicBezTo>
                  <a:cubicBezTo>
                    <a:pt x="19991" y="24505"/>
                    <a:pt x="29987" y="7416"/>
                    <a:pt x="41272" y="2257"/>
                  </a:cubicBezTo>
                  <a:cubicBezTo>
                    <a:pt x="41917" y="2257"/>
                    <a:pt x="41917" y="1612"/>
                    <a:pt x="42562" y="1612"/>
                  </a:cubicBezTo>
                  <a:cubicBezTo>
                    <a:pt x="44819" y="322"/>
                    <a:pt x="47076" y="0"/>
                    <a:pt x="49333" y="0"/>
                  </a:cubicBezTo>
                  <a:cubicBezTo>
                    <a:pt x="72549" y="0"/>
                    <a:pt x="92218" y="47399"/>
                    <a:pt x="98667" y="113822"/>
                  </a:cubicBezTo>
                  <a:close/>
                </a:path>
              </a:pathLst>
            </a:custGeom>
            <a:solidFill>
              <a:srgbClr val="B3B3B3"/>
            </a:solidFill>
            <a:ln w="8061" cap="rnd">
              <a:solidFill>
                <a:srgbClr val="4D4D4D"/>
              </a:solidFill>
              <a:round/>
            </a:ln>
          </p:spPr>
        </p:sp>
        <p:sp>
          <p:nvSpPr>
            <p:cNvPr id="19" name="left House light column 3 row 2 6"/>
            <p:cNvSpPr/>
            <p:nvPr/>
          </p:nvSpPr>
          <p:spPr>
            <a:xfrm>
              <a:off x="4535318" y="1251440"/>
              <a:ext cx="78353" cy="321151"/>
            </a:xfrm>
            <a:custGeom>
              <a:avLst/>
              <a:gdLst/>
              <a:ahLst/>
              <a:cxnLst/>
              <a:rect l="0" t="0" r="r" b="b"/>
              <a:pathLst>
                <a:path w="78353" h="321151" fill="norm">
                  <a:moveTo>
                    <a:pt x="78353" y="321151"/>
                  </a:moveTo>
                  <a:lnTo>
                    <a:pt x="38048" y="321151"/>
                  </a:lnTo>
                  <a:cubicBezTo>
                    <a:pt x="16444" y="321151"/>
                    <a:pt x="0" y="249247"/>
                    <a:pt x="0" y="160898"/>
                  </a:cubicBezTo>
                  <a:cubicBezTo>
                    <a:pt x="0" y="144453"/>
                    <a:pt x="645" y="128654"/>
                    <a:pt x="1612" y="113822"/>
                  </a:cubicBezTo>
                  <a:cubicBezTo>
                    <a:pt x="6126" y="47721"/>
                    <a:pt x="20314" y="0"/>
                    <a:pt x="37726" y="0"/>
                  </a:cubicBezTo>
                  <a:lnTo>
                    <a:pt x="78031" y="0"/>
                  </a:lnTo>
                  <a:cubicBezTo>
                    <a:pt x="70614" y="0"/>
                    <a:pt x="63843" y="9028"/>
                    <a:pt x="57717" y="25473"/>
                  </a:cubicBezTo>
                  <a:cubicBezTo>
                    <a:pt x="51913" y="40628"/>
                    <a:pt x="47399" y="61586"/>
                    <a:pt x="44819" y="87059"/>
                  </a:cubicBezTo>
                  <a:cubicBezTo>
                    <a:pt x="43529" y="95442"/>
                    <a:pt x="43207" y="104471"/>
                    <a:pt x="42562" y="113499"/>
                  </a:cubicBezTo>
                  <a:cubicBezTo>
                    <a:pt x="41272" y="128331"/>
                    <a:pt x="40950" y="144131"/>
                    <a:pt x="40950" y="160575"/>
                  </a:cubicBezTo>
                  <a:cubicBezTo>
                    <a:pt x="40950" y="217003"/>
                    <a:pt x="47076" y="266981"/>
                    <a:pt x="58039" y="295356"/>
                  </a:cubicBezTo>
                  <a:cubicBezTo>
                    <a:pt x="64166" y="311800"/>
                    <a:pt x="70937" y="320828"/>
                    <a:pt x="78353" y="32082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20" name="left House light column 3 row 2 7"/>
            <p:cNvSpPr/>
            <p:nvPr/>
          </p:nvSpPr>
          <p:spPr>
            <a:xfrm>
              <a:off x="4284459" y="1274333"/>
              <a:ext cx="332114" cy="91251"/>
            </a:xfrm>
            <a:custGeom>
              <a:avLst/>
              <a:gdLst/>
              <a:ahLst/>
              <a:cxnLst/>
              <a:rect l="0" t="0" r="r" b="b"/>
              <a:pathLst>
                <a:path w="332114" h="91251" fill="norm">
                  <a:moveTo>
                    <a:pt x="331791" y="0"/>
                  </a:moveTo>
                  <a:lnTo>
                    <a:pt x="331791" y="91251"/>
                  </a:lnTo>
                  <a:lnTo>
                    <a:pt x="0" y="91251"/>
                  </a:lnTo>
                  <a:cubicBezTo>
                    <a:pt x="5159" y="37726"/>
                    <a:pt x="18057" y="0"/>
                    <a:pt x="33534" y="0"/>
                  </a:cubicBezTo>
                  <a:lnTo>
                    <a:pt x="332114" y="0"/>
                  </a:lnTo>
                  <a:close/>
                </a:path>
              </a:pathLst>
            </a:custGeom>
            <a:solidFill>
              <a:srgbClr val="97CDDE">
                <a:alpha val="80000"/>
              </a:srgbClr>
            </a:solidFill>
            <a:ln w="0" cap="rnd">
              <a:noFill/>
              <a:round/>
            </a:ln>
          </p:spPr>
        </p:sp>
        <p:sp>
          <p:nvSpPr>
            <p:cNvPr id="21" name="left House light column 3 row 2 8"/>
            <p:cNvSpPr/>
            <p:nvPr/>
          </p:nvSpPr>
          <p:spPr>
            <a:xfrm>
              <a:off x="4223196" y="1251762"/>
              <a:ext cx="428524" cy="320828"/>
            </a:xfrm>
            <a:custGeom>
              <a:avLst/>
              <a:gdLst/>
              <a:ahLst/>
              <a:cxnLst/>
              <a:rect l="0" t="0" r="r" b="b"/>
              <a:pathLst>
                <a:path w="428524" h="320828" fill="norm">
                  <a:moveTo>
                    <a:pt x="428524" y="160575"/>
                  </a:moveTo>
                  <a:cubicBezTo>
                    <a:pt x="428524" y="248924"/>
                    <a:pt x="411434" y="320828"/>
                    <a:pt x="390476" y="320828"/>
                  </a:cubicBezTo>
                  <a:lnTo>
                    <a:pt x="51590" y="320828"/>
                  </a:lnTo>
                  <a:cubicBezTo>
                    <a:pt x="23216" y="320828"/>
                    <a:pt x="0" y="248924"/>
                    <a:pt x="0" y="160575"/>
                  </a:cubicBezTo>
                  <a:cubicBezTo>
                    <a:pt x="0" y="72227"/>
                    <a:pt x="23216" y="0"/>
                    <a:pt x="51590" y="0"/>
                  </a:cubicBezTo>
                  <a:lnTo>
                    <a:pt x="93508" y="0"/>
                  </a:lnTo>
                  <a:cubicBezTo>
                    <a:pt x="91251" y="0"/>
                    <a:pt x="88994" y="645"/>
                    <a:pt x="86737" y="1612"/>
                  </a:cubicBezTo>
                  <a:cubicBezTo>
                    <a:pt x="86092" y="1612"/>
                    <a:pt x="86092" y="2257"/>
                    <a:pt x="85447" y="2257"/>
                  </a:cubicBezTo>
                  <a:cubicBezTo>
                    <a:pt x="74161" y="7416"/>
                    <a:pt x="63843" y="24183"/>
                    <a:pt x="56750" y="48689"/>
                  </a:cubicBezTo>
                  <a:cubicBezTo>
                    <a:pt x="52235" y="62231"/>
                    <a:pt x="48689" y="77386"/>
                    <a:pt x="46431" y="95120"/>
                  </a:cubicBezTo>
                  <a:cubicBezTo>
                    <a:pt x="45142" y="101246"/>
                    <a:pt x="44819" y="107050"/>
                    <a:pt x="44174" y="113822"/>
                  </a:cubicBezTo>
                  <a:lnTo>
                    <a:pt x="314057" y="113822"/>
                  </a:lnTo>
                  <a:cubicBezTo>
                    <a:pt x="318571" y="47721"/>
                    <a:pt x="332759" y="0"/>
                    <a:pt x="350170" y="0"/>
                  </a:cubicBezTo>
                  <a:lnTo>
                    <a:pt x="390476" y="0"/>
                  </a:lnTo>
                  <a:cubicBezTo>
                    <a:pt x="407565" y="0"/>
                    <a:pt x="422075" y="47399"/>
                    <a:pt x="426589" y="113822"/>
                  </a:cubicBezTo>
                  <a:cubicBezTo>
                    <a:pt x="427879" y="128654"/>
                    <a:pt x="428201" y="144453"/>
                    <a:pt x="428201" y="160898"/>
                  </a:cubicBezTo>
                  <a:close/>
                </a:path>
              </a:pathLst>
            </a:custGeom>
            <a:solidFill>
              <a:srgbClr val="000000"/>
            </a:solidFill>
            <a:ln w="9673" cap="rnd">
              <a:solidFill>
                <a:srgbClr val="231815"/>
              </a:solidFill>
              <a:round/>
            </a:ln>
          </p:spPr>
        </p:sp>
        <p:sp>
          <p:nvSpPr>
            <p:cNvPr id="22" name="left House light column 3 row 2 9"/>
            <p:cNvSpPr/>
            <p:nvPr/>
          </p:nvSpPr>
          <p:spPr>
            <a:xfrm>
              <a:off x="4576268" y="1251762"/>
              <a:ext cx="75451" cy="320828"/>
            </a:xfrm>
            <a:custGeom>
              <a:avLst/>
              <a:gdLst/>
              <a:ahLst/>
              <a:cxnLst/>
              <a:rect l="0" t="0" r="r" b="b"/>
              <a:pathLst>
                <a:path w="75451" h="320828" fill="norm">
                  <a:moveTo>
                    <a:pt x="75451" y="160575"/>
                  </a:moveTo>
                  <a:cubicBezTo>
                    <a:pt x="75451" y="248924"/>
                    <a:pt x="58362" y="320828"/>
                    <a:pt x="37403" y="320828"/>
                  </a:cubicBezTo>
                  <a:cubicBezTo>
                    <a:pt x="29987" y="320828"/>
                    <a:pt x="23216" y="311800"/>
                    <a:pt x="17089" y="295356"/>
                  </a:cubicBezTo>
                  <a:cubicBezTo>
                    <a:pt x="6449" y="266981"/>
                    <a:pt x="0" y="217325"/>
                    <a:pt x="0" y="160575"/>
                  </a:cubicBezTo>
                  <a:cubicBezTo>
                    <a:pt x="0" y="144131"/>
                    <a:pt x="645" y="128331"/>
                    <a:pt x="1612" y="113499"/>
                  </a:cubicBezTo>
                  <a:cubicBezTo>
                    <a:pt x="2257" y="104471"/>
                    <a:pt x="2902" y="95442"/>
                    <a:pt x="3869" y="87059"/>
                  </a:cubicBezTo>
                  <a:cubicBezTo>
                    <a:pt x="6771" y="61586"/>
                    <a:pt x="11285" y="40628"/>
                    <a:pt x="16767" y="25473"/>
                  </a:cubicBezTo>
                  <a:cubicBezTo>
                    <a:pt x="22893" y="9028"/>
                    <a:pt x="29665" y="0"/>
                    <a:pt x="37081" y="0"/>
                  </a:cubicBezTo>
                  <a:cubicBezTo>
                    <a:pt x="54170" y="0"/>
                    <a:pt x="68680" y="47399"/>
                    <a:pt x="73194" y="113822"/>
                  </a:cubicBezTo>
                  <a:cubicBezTo>
                    <a:pt x="74484" y="128654"/>
                    <a:pt x="74806" y="144453"/>
                    <a:pt x="74806" y="160898"/>
                  </a:cubicBezTo>
                  <a:close/>
                </a:path>
              </a:pathLst>
            </a:custGeom>
            <a:solidFill>
              <a:srgbClr val="B3B3B3"/>
            </a:solidFill>
            <a:ln w="9673" cap="rnd">
              <a:solidFill>
                <a:srgbClr val="231815"/>
              </a:solidFill>
              <a:round/>
            </a:ln>
          </p:spPr>
        </p:sp>
      </p:grpSp>
      <p:grpSp>
        <p:nvGrpSpPr>
          <p:cNvPr id="23" name="right Lever column 2 row 7"/>
          <p:cNvGrpSpPr/>
          <p:nvPr/>
        </p:nvGrpSpPr>
        <p:grpSpPr>
          <a:xfrm>
            <a:off x="4862852" y="3438531"/>
            <a:ext cx="391429" cy="325277"/>
            <a:chOff x="8063252" y="4019556"/>
            <a:chExt cx="391429" cy="325277"/>
          </a:xfrm>
        </p:grpSpPr>
        <p:sp>
          <p:nvSpPr>
            <p:cNvPr id="24" name="right Lever column 2 row 7 mounting slot"/>
            <p:cNvSpPr/>
            <p:nvPr/>
          </p:nvSpPr>
          <p:spPr>
            <a:xfrm>
              <a:off x="8231970" y="4019556"/>
              <a:ext cx="222711" cy="325277"/>
            </a:xfrm>
            <a:custGeom>
              <a:avLst/>
              <a:gdLst/>
              <a:ahLst/>
              <a:cxnLst/>
              <a:rect l="0" t="0" r="r" b="b"/>
              <a:pathLst>
                <a:path w="222711" h="325277" fill="norm">
                  <a:moveTo>
                    <a:pt x="0" y="0"/>
                  </a:moveTo>
                  <a:lnTo>
                    <a:pt x="222711" y="263883"/>
                  </a:lnTo>
                  <a:lnTo>
                    <a:pt x="222711" y="325277"/>
                  </a:lnTo>
                  <a:lnTo>
                    <a:pt x="0" y="59184"/>
                  </a:lnTo>
                  <a:close/>
                </a:path>
              </a:pathLst>
            </a:custGeom>
            <a:solidFill>
              <a:srgbClr val="232521"/>
            </a:solidFill>
            <a:ln w="6191" cap="rnd">
              <a:solidFill>
                <a:srgbClr val="040000"/>
              </a:solidFill>
              <a:round/>
            </a:ln>
          </p:spPr>
        </p:sp>
        <p:sp>
          <p:nvSpPr>
            <p:cNvPr id="25" name="right Lever column 2 row 7 free edge"/>
            <p:cNvSpPr/>
            <p:nvPr/>
          </p:nvSpPr>
          <p:spPr>
            <a:xfrm>
              <a:off x="8063252" y="4051312"/>
              <a:ext cx="185592" cy="271210"/>
            </a:xfrm>
            <a:custGeom>
              <a:avLst/>
              <a:gdLst/>
              <a:ahLst/>
              <a:cxnLst/>
              <a:rect l="0" t="0" r="r" b="b"/>
              <a:pathLst>
                <a:path w="185592" h="271210" fill="norm">
                  <a:moveTo>
                    <a:pt x="0" y="0"/>
                  </a:moveTo>
                  <a:lnTo>
                    <a:pt x="185592" y="240563"/>
                  </a:lnTo>
                  <a:lnTo>
                    <a:pt x="185592" y="271210"/>
                  </a:lnTo>
                  <a:lnTo>
                    <a:pt x="0" y="29642"/>
                  </a:lnTo>
                  <a:close/>
                </a:path>
              </a:pathLst>
            </a:custGeom>
            <a:solidFill>
              <a:srgbClr val="858480"/>
            </a:solidFill>
            <a:ln w="7144" cap="rnd">
              <a:solidFill>
                <a:srgbClr val="040000"/>
              </a:solidFill>
              <a:round/>
            </a:ln>
          </p:spPr>
        </p:sp>
        <p:sp>
          <p:nvSpPr>
            <p:cNvPr id="26" name="right Lever column 2 row 7 near edge"/>
            <p:cNvSpPr/>
            <p:nvPr/>
          </p:nvSpPr>
          <p:spPr>
            <a:xfrm>
              <a:off x="8248845" y="4291875"/>
              <a:ext cx="195713" cy="30647"/>
            </a:xfrm>
            <a:custGeom>
              <a:avLst/>
              <a:gdLst/>
              <a:ahLst/>
              <a:cxnLst/>
              <a:rect l="0" t="0" r="r" b="b"/>
              <a:pathLst>
                <a:path w="195713" h="30647" fill="norm">
                  <a:moveTo>
                    <a:pt x="195713" y="0"/>
                  </a:moveTo>
                  <a:lnTo>
                    <a:pt x="0" y="0"/>
                  </a:lnTo>
                  <a:lnTo>
                    <a:pt x="0" y="30647"/>
                  </a:lnTo>
                  <a:lnTo>
                    <a:pt x="195713" y="30647"/>
                  </a:lnTo>
                  <a:close/>
                </a:path>
              </a:pathLst>
            </a:custGeom>
            <a:solidFill>
              <a:srgbClr val="777670"/>
            </a:solidFill>
            <a:ln w="7144" cap="rnd">
              <a:solidFill>
                <a:srgbClr val="040000"/>
              </a:solidFill>
              <a:round/>
            </a:ln>
          </p:spPr>
        </p:sp>
        <p:sp>
          <p:nvSpPr>
            <p:cNvPr id="27" name="right Lever column 2 row 7 top surface"/>
            <p:cNvSpPr/>
            <p:nvPr/>
          </p:nvSpPr>
          <p:spPr>
            <a:xfrm>
              <a:off x="8063252" y="4051312"/>
              <a:ext cx="381306" cy="240563"/>
            </a:xfrm>
            <a:custGeom>
              <a:avLst/>
              <a:gdLst/>
              <a:ahLst/>
              <a:cxnLst/>
              <a:rect l="0" t="0" r="r" b="b"/>
              <a:pathLst>
                <a:path w="381306" h="240563" fill="norm">
                  <a:moveTo>
                    <a:pt x="381306" y="240563"/>
                  </a:moveTo>
                  <a:lnTo>
                    <a:pt x="178841" y="0"/>
                  </a:lnTo>
                  <a:lnTo>
                    <a:pt x="0" y="0"/>
                  </a:lnTo>
                  <a:lnTo>
                    <a:pt x="185592" y="240563"/>
                  </a:lnTo>
                  <a:close/>
                </a:path>
              </a:pathLst>
            </a:custGeom>
            <a:solidFill>
              <a:srgbClr val="9E9D9B"/>
            </a:solidFill>
            <a:ln w="7144" cap="rnd">
              <a:solidFill>
                <a:srgbClr val="040000"/>
              </a:solidFill>
              <a:round/>
            </a:ln>
          </p:spPr>
        </p:sp>
      </p:grpSp>
      <p:grpSp>
        <p:nvGrpSpPr>
          <p:cNvPr id="28" name="left Water well column 2 row 5"/>
          <p:cNvGrpSpPr/>
          <p:nvPr/>
        </p:nvGrpSpPr>
        <p:grpSpPr>
          <a:xfrm>
            <a:off x="565601" y="2250866"/>
            <a:ext cx="232834" cy="1127294"/>
            <a:chOff x="3766001" y="2831891"/>
            <a:chExt cx="232834" cy="1127294"/>
          </a:xfrm>
        </p:grpSpPr>
        <p:sp>
          <p:nvSpPr>
            <p:cNvPr id="29" name="left Water well column 2 row 5 3"/>
            <p:cNvSpPr/>
            <p:nvPr/>
          </p:nvSpPr>
          <p:spPr>
            <a:xfrm>
              <a:off x="3766001" y="2831891"/>
              <a:ext cx="232834" cy="1127294"/>
            </a:xfrm>
            <a:custGeom>
              <a:avLst/>
              <a:gdLst/>
              <a:ahLst/>
              <a:cxnLst/>
              <a:rect l="0" t="0" r="r" b="b"/>
              <a:pathLst>
                <a:path w="232834" h="1127294" fill="norm">
                  <a:moveTo>
                    <a:pt x="0" y="238807"/>
                  </a:moveTo>
                  <a:lnTo>
                    <a:pt x="0" y="1127294"/>
                  </a:lnTo>
                  <a:lnTo>
                    <a:pt x="232834" y="834545"/>
                  </a:lnTo>
                  <a:lnTo>
                    <a:pt x="232834" y="0"/>
                  </a:lnTo>
                  <a:lnTo>
                    <a:pt x="0" y="238807"/>
                  </a:lnTo>
                  <a:close/>
                </a:path>
              </a:pathLst>
            </a:custGeom>
            <a:solidFill>
              <a:srgbClr val="D5D3D1"/>
            </a:solidFill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0" name="left Water well column 2 row 5 4"/>
            <p:cNvSpPr/>
            <p:nvPr/>
          </p:nvSpPr>
          <p:spPr>
            <a:xfrm>
              <a:off x="3766001" y="2831891"/>
              <a:ext cx="232834" cy="946784"/>
            </a:xfrm>
            <a:custGeom>
              <a:avLst/>
              <a:gdLst/>
              <a:ahLst/>
              <a:cxnLst/>
              <a:rect l="0" t="0" r="r" b="b"/>
              <a:pathLst>
                <a:path w="232834" h="946784" fill="norm">
                  <a:moveTo>
                    <a:pt x="0" y="238807"/>
                  </a:moveTo>
                  <a:lnTo>
                    <a:pt x="0" y="946784"/>
                  </a:lnTo>
                  <a:lnTo>
                    <a:pt x="232834" y="834545"/>
                  </a:lnTo>
                  <a:lnTo>
                    <a:pt x="232834" y="0"/>
                  </a:lnTo>
                  <a:lnTo>
                    <a:pt x="0" y="238807"/>
                  </a:lnTo>
                  <a:close/>
                </a:path>
              </a:pathLst>
            </a:custGeom>
            <a:solidFill>
              <a:srgbClr val="D5D3D1"/>
            </a:solidFill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1" name="left Water well column 2 row 5 5"/>
            <p:cNvSpPr/>
            <p:nvPr/>
          </p:nvSpPr>
          <p:spPr>
            <a:xfrm>
              <a:off x="3775330" y="3667329"/>
              <a:ext cx="163432" cy="205362"/>
            </a:xfrm>
            <a:custGeom>
              <a:avLst/>
              <a:gdLst/>
              <a:ahLst/>
              <a:cxnLst/>
              <a:rect l="0" t="0" r="r" b="b"/>
              <a:pathLst>
                <a:path w="163432" h="205362" fill="norm">
                  <a:moveTo>
                    <a:pt x="163432" y="0"/>
                  </a:moveTo>
                  <a:lnTo>
                    <a:pt x="163432" y="60700"/>
                  </a:lnTo>
                  <a:cubicBezTo>
                    <a:pt x="163432" y="93053"/>
                    <a:pt x="93499" y="153843"/>
                    <a:pt x="0" y="205362"/>
                  </a:cubicBezTo>
                  <a:lnTo>
                    <a:pt x="0" y="144315"/>
                  </a:lnTo>
                  <a:cubicBezTo>
                    <a:pt x="16130" y="135401"/>
                    <a:pt x="31630" y="126159"/>
                    <a:pt x="46268" y="116834"/>
                  </a:cubicBezTo>
                  <a:cubicBezTo>
                    <a:pt x="86940" y="91083"/>
                    <a:pt x="119775" y="64615"/>
                    <a:pt x="140671" y="41567"/>
                  </a:cubicBezTo>
                  <a:cubicBezTo>
                    <a:pt x="154850" y="25585"/>
                    <a:pt x="163432" y="10824"/>
                    <a:pt x="163432" y="0"/>
                  </a:cubicBezTo>
                  <a:close/>
                </a:path>
              </a:pathLst>
            </a:custGeom>
            <a:solidFill>
              <a:srgbClr val="D5D3D1"/>
            </a:solidFill>
            <a:ln w="0" cap="rnd">
              <a:noFill/>
              <a:round/>
            </a:ln>
          </p:spPr>
        </p:sp>
        <p:sp>
          <p:nvSpPr>
            <p:cNvPr id="32" name="left Water well column 2 row 5 6"/>
            <p:cNvSpPr/>
            <p:nvPr/>
          </p:nvSpPr>
          <p:spPr>
            <a:xfrm>
              <a:off x="3775330" y="3667329"/>
              <a:ext cx="163432" cy="205362"/>
            </a:xfrm>
            <a:custGeom>
              <a:avLst/>
              <a:gdLst/>
              <a:ahLst/>
              <a:cxnLst/>
              <a:rect l="0" t="0" r="r" b="b"/>
              <a:pathLst>
                <a:path w="163432" h="205362" fill="none">
                  <a:moveTo>
                    <a:pt x="163432" y="0"/>
                  </a:moveTo>
                  <a:lnTo>
                    <a:pt x="163432" y="60700"/>
                  </a:lnTo>
                  <a:cubicBezTo>
                    <a:pt x="163432" y="93053"/>
                    <a:pt x="93499" y="153843"/>
                    <a:pt x="0" y="205362"/>
                  </a:cubicBezTo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3" name="left Water well column 2 row 5 7"/>
            <p:cNvSpPr/>
            <p:nvPr/>
          </p:nvSpPr>
          <p:spPr>
            <a:xfrm>
              <a:off x="3775330" y="3667329"/>
              <a:ext cx="163432" cy="144315"/>
            </a:xfrm>
            <a:custGeom>
              <a:avLst/>
              <a:gdLst/>
              <a:ahLst/>
              <a:cxnLst/>
              <a:rect l="0" t="0" r="r" b="b"/>
              <a:pathLst>
                <a:path w="163432" h="144315" fill="none">
                  <a:moveTo>
                    <a:pt x="0" y="144315"/>
                  </a:moveTo>
                  <a:cubicBezTo>
                    <a:pt x="16130" y="135401"/>
                    <a:pt x="31630" y="126159"/>
                    <a:pt x="46268" y="116834"/>
                  </a:cubicBezTo>
                  <a:cubicBezTo>
                    <a:pt x="86940" y="91083"/>
                    <a:pt x="119775" y="64615"/>
                    <a:pt x="140671" y="41567"/>
                  </a:cubicBezTo>
                  <a:cubicBezTo>
                    <a:pt x="154850" y="25585"/>
                    <a:pt x="163432" y="10824"/>
                    <a:pt x="163432" y="0"/>
                  </a:cubicBezTo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4" name="left Water well column 2 row 5 8"/>
            <p:cNvSpPr/>
            <p:nvPr/>
          </p:nvSpPr>
          <p:spPr>
            <a:xfrm>
              <a:off x="3775330" y="3635161"/>
              <a:ext cx="163432" cy="176484"/>
            </a:xfrm>
            <a:custGeom>
              <a:avLst/>
              <a:gdLst/>
              <a:ahLst/>
              <a:cxnLst/>
              <a:rect l="0" t="0" r="r" b="b"/>
              <a:pathLst>
                <a:path w="163432" h="176484" fill="norm">
                  <a:moveTo>
                    <a:pt x="163432" y="32169"/>
                  </a:moveTo>
                  <a:cubicBezTo>
                    <a:pt x="163432" y="43205"/>
                    <a:pt x="155223" y="57573"/>
                    <a:pt x="140671" y="73735"/>
                  </a:cubicBezTo>
                  <a:cubicBezTo>
                    <a:pt x="120148" y="96604"/>
                    <a:pt x="86940" y="123251"/>
                    <a:pt x="46268" y="149003"/>
                  </a:cubicBezTo>
                  <a:cubicBezTo>
                    <a:pt x="31630" y="158328"/>
                    <a:pt x="16130" y="167570"/>
                    <a:pt x="0" y="176484"/>
                  </a:cubicBezTo>
                  <a:lnTo>
                    <a:pt x="0" y="45042"/>
                  </a:lnTo>
                  <a:cubicBezTo>
                    <a:pt x="93499" y="6753"/>
                    <a:pt x="163432" y="0"/>
                    <a:pt x="163432" y="32169"/>
                  </a:cubicBezTo>
                  <a:close/>
                </a:path>
              </a:pathLst>
            </a:custGeom>
            <a:solidFill>
              <a:srgbClr val="D5D3D1"/>
            </a:solidFill>
            <a:ln w="0" cap="rnd">
              <a:noFill/>
              <a:round/>
            </a:ln>
          </p:spPr>
        </p:sp>
        <p:sp>
          <p:nvSpPr>
            <p:cNvPr id="35" name="left Water well column 2 row 5 9"/>
            <p:cNvSpPr/>
            <p:nvPr/>
          </p:nvSpPr>
          <p:spPr>
            <a:xfrm>
              <a:off x="3775330" y="3667329"/>
              <a:ext cx="163432" cy="144315"/>
            </a:xfrm>
            <a:custGeom>
              <a:avLst/>
              <a:gdLst/>
              <a:ahLst/>
              <a:cxnLst/>
              <a:rect l="0" t="0" r="r" b="b"/>
              <a:pathLst>
                <a:path w="163432" h="144315" fill="none">
                  <a:moveTo>
                    <a:pt x="163432" y="0"/>
                  </a:moveTo>
                  <a:cubicBezTo>
                    <a:pt x="163432" y="11036"/>
                    <a:pt x="155223" y="25405"/>
                    <a:pt x="140671" y="41567"/>
                  </a:cubicBezTo>
                  <a:cubicBezTo>
                    <a:pt x="120148" y="64435"/>
                    <a:pt x="86940" y="91083"/>
                    <a:pt x="46268" y="116834"/>
                  </a:cubicBezTo>
                  <a:cubicBezTo>
                    <a:pt x="31630" y="126159"/>
                    <a:pt x="16130" y="135401"/>
                    <a:pt x="0" y="144315"/>
                  </a:cubicBezTo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6" name="left Water well column 2 row 5 10"/>
            <p:cNvSpPr/>
            <p:nvPr/>
          </p:nvSpPr>
          <p:spPr>
            <a:xfrm>
              <a:off x="3775330" y="3635161"/>
              <a:ext cx="163432" cy="45042"/>
            </a:xfrm>
            <a:custGeom>
              <a:avLst/>
              <a:gdLst/>
              <a:ahLst/>
              <a:cxnLst/>
              <a:rect l="0" t="0" r="r" b="b"/>
              <a:pathLst>
                <a:path w="163432" h="45042" fill="none">
                  <a:moveTo>
                    <a:pt x="0" y="45042"/>
                  </a:moveTo>
                  <a:cubicBezTo>
                    <a:pt x="93499" y="6753"/>
                    <a:pt x="163432" y="0"/>
                    <a:pt x="163432" y="32169"/>
                  </a:cubicBezTo>
                </a:path>
              </a:pathLst>
            </a:custGeom>
            <a:noFill/>
            <a:ln w="18650" cap="rnd">
              <a:solidFill>
                <a:srgbClr val="040000"/>
              </a:solidFill>
              <a:round/>
            </a:ln>
          </p:spPr>
        </p:sp>
        <p:sp>
          <p:nvSpPr>
            <p:cNvPr id="37" name="left Water well column 2 row 5 11"/>
            <p:cNvSpPr/>
            <p:nvPr/>
          </p:nvSpPr>
          <p:spPr>
            <a:xfrm>
              <a:off x="3775330" y="3698402"/>
              <a:ext cx="83313" cy="91572"/>
            </a:xfrm>
            <a:custGeom>
              <a:avLst/>
              <a:gdLst/>
              <a:ahLst/>
              <a:cxnLst/>
              <a:rect l="0" t="0" r="r" b="b"/>
              <a:pathLst>
                <a:path w="83313" h="91572" fill="norm">
                  <a:moveTo>
                    <a:pt x="82805" y="16495"/>
                  </a:moveTo>
                  <a:cubicBezTo>
                    <a:pt x="82805" y="22569"/>
                    <a:pt x="77731" y="30938"/>
                    <a:pt x="69104" y="40294"/>
                  </a:cubicBezTo>
                  <a:cubicBezTo>
                    <a:pt x="56418" y="53626"/>
                    <a:pt x="36373" y="69188"/>
                    <a:pt x="11761" y="84472"/>
                  </a:cubicBezTo>
                  <a:cubicBezTo>
                    <a:pt x="7944" y="86839"/>
                    <a:pt x="4019" y="89210"/>
                    <a:pt x="0" y="91572"/>
                  </a:cubicBezTo>
                  <a:lnTo>
                    <a:pt x="0" y="20864"/>
                  </a:lnTo>
                  <a:cubicBezTo>
                    <a:pt x="48521" y="2845"/>
                    <a:pt x="83313" y="0"/>
                    <a:pt x="83313" y="16251"/>
                  </a:cubicBezTo>
                  <a:lnTo>
                    <a:pt x="82805" y="16495"/>
                  </a:lnTo>
                  <a:close/>
                </a:path>
              </a:pathLst>
            </a:custGeom>
            <a:solidFill>
              <a:srgbClr val="68A7D9">
                <a:alpha val="90000"/>
              </a:srgbClr>
            </a:solidFill>
            <a:ln w="0" cap="rnd">
              <a:noFill/>
              <a:round/>
            </a:ln>
          </p:spPr>
        </p:sp>
      </p:grpSp>
      <p:grpSp>
        <p:nvGrpSpPr>
          <p:cNvPr id="38" name="Rat"/>
          <p:cNvGrpSpPr/>
          <p:nvPr/>
        </p:nvGrpSpPr>
        <p:grpSpPr>
          <a:xfrm>
            <a:off x="1481280" y="3738231"/>
            <a:ext cx="2992197" cy="1285404"/>
            <a:chOff x="4681680" y="4319256"/>
            <a:chExt cx="2992197" cy="1285404"/>
          </a:xfrm>
        </p:grpSpPr>
        <p:sp>
          <p:nvSpPr>
            <p:cNvPr id="39" name="LE rat nose Outline 1"/>
            <p:cNvSpPr/>
            <p:nvPr/>
          </p:nvSpPr>
          <p:spPr>
            <a:xfrm>
              <a:off x="7658794" y="5114856"/>
              <a:ext cx="15082" cy="7330"/>
            </a:xfrm>
            <a:custGeom>
              <a:avLst/>
              <a:gdLst/>
              <a:ahLst/>
              <a:cxnLst/>
              <a:rect l="0" t="0" r="r" b="b"/>
              <a:pathLst>
                <a:path w="15082" h="7330" fill="norm">
                  <a:moveTo>
                    <a:pt x="0" y="0"/>
                  </a:moveTo>
                  <a:cubicBezTo>
                    <a:pt x="0" y="7330"/>
                    <a:pt x="15082" y="0"/>
                    <a:pt x="0" y="0"/>
                  </a:cubicBezTo>
                  <a:close/>
                </a:path>
              </a:pathLst>
            </a:custGeom>
            <a:solidFill>
              <a:srgbClr val="1E201D"/>
            </a:solidFill>
            <a:ln w="0" cap="rnd">
              <a:noFill/>
              <a:round/>
            </a:ln>
          </p:spPr>
        </p:sp>
        <p:sp>
          <p:nvSpPr>
            <p:cNvPr id="40" name="LE rat nose Outline 2"/>
            <p:cNvSpPr/>
            <p:nvPr/>
          </p:nvSpPr>
          <p:spPr>
            <a:xfrm>
              <a:off x="4681680" y="4319256"/>
              <a:ext cx="2987621" cy="1285404"/>
            </a:xfrm>
            <a:custGeom>
              <a:avLst/>
              <a:gdLst/>
              <a:ahLst/>
              <a:cxnLst/>
              <a:rect l="0" t="0" r="r" b="b"/>
              <a:pathLst>
                <a:path w="2987621" h="1285404" fill="norm">
                  <a:moveTo>
                    <a:pt x="1000" y="1038625"/>
                  </a:moveTo>
                  <a:cubicBezTo>
                    <a:pt x="7241" y="1044844"/>
                    <a:pt x="5287" y="1055795"/>
                    <a:pt x="7308" y="1063858"/>
                  </a:cubicBezTo>
                  <a:cubicBezTo>
                    <a:pt x="8041" y="1066768"/>
                    <a:pt x="12661" y="1070455"/>
                    <a:pt x="13638" y="1073321"/>
                  </a:cubicBezTo>
                  <a:cubicBezTo>
                    <a:pt x="16370" y="1081584"/>
                    <a:pt x="18259" y="1091335"/>
                    <a:pt x="23101" y="1098576"/>
                  </a:cubicBezTo>
                  <a:cubicBezTo>
                    <a:pt x="48956" y="1137359"/>
                    <a:pt x="85762" y="1170855"/>
                    <a:pt x="124078" y="1196421"/>
                  </a:cubicBezTo>
                  <a:cubicBezTo>
                    <a:pt x="140160" y="1207127"/>
                    <a:pt x="162550" y="1215546"/>
                    <a:pt x="180897" y="1221654"/>
                  </a:cubicBezTo>
                  <a:cubicBezTo>
                    <a:pt x="184029" y="1222698"/>
                    <a:pt x="187227" y="1226919"/>
                    <a:pt x="190359" y="1227963"/>
                  </a:cubicBezTo>
                  <a:cubicBezTo>
                    <a:pt x="198778" y="1230784"/>
                    <a:pt x="207196" y="1231494"/>
                    <a:pt x="215615" y="1234293"/>
                  </a:cubicBezTo>
                  <a:cubicBezTo>
                    <a:pt x="218502" y="1235248"/>
                    <a:pt x="222167" y="1239868"/>
                    <a:pt x="225077" y="1240601"/>
                  </a:cubicBezTo>
                  <a:cubicBezTo>
                    <a:pt x="255553" y="1248220"/>
                    <a:pt x="285139" y="1253240"/>
                    <a:pt x="316592" y="1259526"/>
                  </a:cubicBezTo>
                  <a:cubicBezTo>
                    <a:pt x="321567" y="1260526"/>
                    <a:pt x="330719" y="1265235"/>
                    <a:pt x="335539" y="1265835"/>
                  </a:cubicBezTo>
                  <a:cubicBezTo>
                    <a:pt x="342847" y="1266767"/>
                    <a:pt x="350332" y="1264924"/>
                    <a:pt x="357640" y="1265835"/>
                  </a:cubicBezTo>
                  <a:cubicBezTo>
                    <a:pt x="359106" y="1266034"/>
                    <a:pt x="359306" y="1268811"/>
                    <a:pt x="360794" y="1269011"/>
                  </a:cubicBezTo>
                  <a:cubicBezTo>
                    <a:pt x="368102" y="1269922"/>
                    <a:pt x="375566" y="1268078"/>
                    <a:pt x="382873" y="1269011"/>
                  </a:cubicBezTo>
                  <a:cubicBezTo>
                    <a:pt x="384362" y="1269189"/>
                    <a:pt x="384562" y="1272054"/>
                    <a:pt x="386028" y="1272165"/>
                  </a:cubicBezTo>
                  <a:cubicBezTo>
                    <a:pt x="399666" y="1273142"/>
                    <a:pt x="413415" y="1271188"/>
                    <a:pt x="427054" y="1272165"/>
                  </a:cubicBezTo>
                  <a:cubicBezTo>
                    <a:pt x="428542" y="1272254"/>
                    <a:pt x="428742" y="1275275"/>
                    <a:pt x="430208" y="1275319"/>
                  </a:cubicBezTo>
                  <a:cubicBezTo>
                    <a:pt x="476876" y="1276363"/>
                    <a:pt x="566391" y="1275297"/>
                    <a:pt x="622744" y="1272165"/>
                  </a:cubicBezTo>
                  <a:cubicBezTo>
                    <a:pt x="624210" y="1272076"/>
                    <a:pt x="624410" y="1269144"/>
                    <a:pt x="625898" y="1269011"/>
                  </a:cubicBezTo>
                  <a:cubicBezTo>
                    <a:pt x="636360" y="1268056"/>
                    <a:pt x="646978" y="1269944"/>
                    <a:pt x="657440" y="1269011"/>
                  </a:cubicBezTo>
                  <a:cubicBezTo>
                    <a:pt x="658928" y="1268878"/>
                    <a:pt x="659128" y="1266012"/>
                    <a:pt x="660616" y="1265835"/>
                  </a:cubicBezTo>
                  <a:cubicBezTo>
                    <a:pt x="668968" y="1264924"/>
                    <a:pt x="677497" y="1266767"/>
                    <a:pt x="685849" y="1265835"/>
                  </a:cubicBezTo>
                  <a:cubicBezTo>
                    <a:pt x="687337" y="1265679"/>
                    <a:pt x="687537" y="1262858"/>
                    <a:pt x="689003" y="1262680"/>
                  </a:cubicBezTo>
                  <a:cubicBezTo>
                    <a:pt x="697377" y="1261770"/>
                    <a:pt x="705885" y="1263613"/>
                    <a:pt x="714259" y="1262680"/>
                  </a:cubicBezTo>
                  <a:cubicBezTo>
                    <a:pt x="715747" y="1262525"/>
                    <a:pt x="715947" y="1259748"/>
                    <a:pt x="717413" y="1259526"/>
                  </a:cubicBezTo>
                  <a:cubicBezTo>
                    <a:pt x="746422" y="1255395"/>
                    <a:pt x="773610" y="1254218"/>
                    <a:pt x="802619" y="1250064"/>
                  </a:cubicBezTo>
                  <a:cubicBezTo>
                    <a:pt x="808239" y="1249264"/>
                    <a:pt x="819101" y="1244555"/>
                    <a:pt x="824720" y="1243756"/>
                  </a:cubicBezTo>
                  <a:cubicBezTo>
                    <a:pt x="830962" y="1242867"/>
                    <a:pt x="837404" y="1244644"/>
                    <a:pt x="843645" y="1243756"/>
                  </a:cubicBezTo>
                  <a:cubicBezTo>
                    <a:pt x="848488" y="1243067"/>
                    <a:pt x="857706" y="1238247"/>
                    <a:pt x="862592" y="1237447"/>
                  </a:cubicBezTo>
                  <a:cubicBezTo>
                    <a:pt x="892557" y="1232449"/>
                    <a:pt x="920855" y="1229828"/>
                    <a:pt x="950953" y="1224808"/>
                  </a:cubicBezTo>
                  <a:cubicBezTo>
                    <a:pt x="955906" y="1223987"/>
                    <a:pt x="964947" y="1219322"/>
                    <a:pt x="969900" y="1218500"/>
                  </a:cubicBezTo>
                  <a:cubicBezTo>
                    <a:pt x="975076" y="1217634"/>
                    <a:pt x="980495" y="1219366"/>
                    <a:pt x="985671" y="1218500"/>
                  </a:cubicBezTo>
                  <a:cubicBezTo>
                    <a:pt x="987137" y="1218256"/>
                    <a:pt x="987359" y="1215568"/>
                    <a:pt x="988825" y="1215346"/>
                  </a:cubicBezTo>
                  <a:cubicBezTo>
                    <a:pt x="1023809" y="1210348"/>
                    <a:pt x="1057239" y="1209460"/>
                    <a:pt x="1092978" y="1205884"/>
                  </a:cubicBezTo>
                  <a:cubicBezTo>
                    <a:pt x="1094467" y="1205728"/>
                    <a:pt x="1094644" y="1202840"/>
                    <a:pt x="1096133" y="1202729"/>
                  </a:cubicBezTo>
                  <a:cubicBezTo>
                    <a:pt x="1107661" y="1201774"/>
                    <a:pt x="1119322" y="1203685"/>
                    <a:pt x="1130850" y="1202729"/>
                  </a:cubicBezTo>
                  <a:cubicBezTo>
                    <a:pt x="1132339" y="1202596"/>
                    <a:pt x="1132516" y="1199597"/>
                    <a:pt x="1134005" y="1199575"/>
                  </a:cubicBezTo>
                  <a:cubicBezTo>
                    <a:pt x="1191868" y="1198531"/>
                    <a:pt x="1249731" y="1198531"/>
                    <a:pt x="1307594" y="1199575"/>
                  </a:cubicBezTo>
                  <a:cubicBezTo>
                    <a:pt x="1309082" y="1199597"/>
                    <a:pt x="1309260" y="1202596"/>
                    <a:pt x="1310748" y="1202729"/>
                  </a:cubicBezTo>
                  <a:cubicBezTo>
                    <a:pt x="1322276" y="1203685"/>
                    <a:pt x="1333915" y="1201774"/>
                    <a:pt x="1345466" y="1202729"/>
                  </a:cubicBezTo>
                  <a:cubicBezTo>
                    <a:pt x="1346932" y="1202840"/>
                    <a:pt x="1347132" y="1205728"/>
                    <a:pt x="1348620" y="1205884"/>
                  </a:cubicBezTo>
                  <a:cubicBezTo>
                    <a:pt x="1358038" y="1206816"/>
                    <a:pt x="1367589" y="1204951"/>
                    <a:pt x="1377007" y="1205884"/>
                  </a:cubicBezTo>
                  <a:cubicBezTo>
                    <a:pt x="1378495" y="1206039"/>
                    <a:pt x="1378695" y="1208838"/>
                    <a:pt x="1380183" y="1209038"/>
                  </a:cubicBezTo>
                  <a:cubicBezTo>
                    <a:pt x="1386425" y="1209926"/>
                    <a:pt x="1392867" y="1208149"/>
                    <a:pt x="1399108" y="1209038"/>
                  </a:cubicBezTo>
                  <a:cubicBezTo>
                    <a:pt x="1400574" y="1209238"/>
                    <a:pt x="1400796" y="1211992"/>
                    <a:pt x="1402262" y="1212192"/>
                  </a:cubicBezTo>
                  <a:cubicBezTo>
                    <a:pt x="1408504" y="1213080"/>
                    <a:pt x="1414946" y="1211303"/>
                    <a:pt x="1421210" y="1212192"/>
                  </a:cubicBezTo>
                  <a:cubicBezTo>
                    <a:pt x="1426119" y="1212903"/>
                    <a:pt x="1435137" y="1217501"/>
                    <a:pt x="1440134" y="1218500"/>
                  </a:cubicBezTo>
                  <a:cubicBezTo>
                    <a:pt x="1458726" y="1222232"/>
                    <a:pt x="1475185" y="1224253"/>
                    <a:pt x="1493799" y="1227963"/>
                  </a:cubicBezTo>
                  <a:cubicBezTo>
                    <a:pt x="1500841" y="1229384"/>
                    <a:pt x="1508993" y="1235137"/>
                    <a:pt x="1515878" y="1237447"/>
                  </a:cubicBezTo>
                  <a:cubicBezTo>
                    <a:pt x="1538202" y="1244888"/>
                    <a:pt x="1560014" y="1252152"/>
                    <a:pt x="1582160" y="1259526"/>
                  </a:cubicBezTo>
                  <a:cubicBezTo>
                    <a:pt x="1592378" y="1262947"/>
                    <a:pt x="1604061" y="1270499"/>
                    <a:pt x="1613724" y="1275319"/>
                  </a:cubicBezTo>
                  <a:cubicBezTo>
                    <a:pt x="1615789" y="1276341"/>
                    <a:pt x="1621031" y="1281361"/>
                    <a:pt x="1623186" y="1281627"/>
                  </a:cubicBezTo>
                  <a:cubicBezTo>
                    <a:pt x="1637291" y="1283382"/>
                    <a:pt x="1651329" y="1285404"/>
                    <a:pt x="1657904" y="1269011"/>
                  </a:cubicBezTo>
                  <a:cubicBezTo>
                    <a:pt x="1664923" y="1251463"/>
                    <a:pt x="1653484" y="1245222"/>
                    <a:pt x="1645287" y="1234293"/>
                  </a:cubicBezTo>
                  <a:cubicBezTo>
                    <a:pt x="1632226" y="1216879"/>
                    <a:pt x="1613590" y="1205817"/>
                    <a:pt x="1594777" y="1196421"/>
                  </a:cubicBezTo>
                  <a:cubicBezTo>
                    <a:pt x="1559659" y="1178851"/>
                    <a:pt x="1526007" y="1165013"/>
                    <a:pt x="1487469" y="1155395"/>
                  </a:cubicBezTo>
                  <a:cubicBezTo>
                    <a:pt x="1483937" y="1154507"/>
                    <a:pt x="1478384" y="1149775"/>
                    <a:pt x="1474852" y="1149064"/>
                  </a:cubicBezTo>
                  <a:cubicBezTo>
                    <a:pt x="1470721" y="1148243"/>
                    <a:pt x="1466367" y="1149909"/>
                    <a:pt x="1462236" y="1149064"/>
                  </a:cubicBezTo>
                  <a:cubicBezTo>
                    <a:pt x="1448064" y="1146244"/>
                    <a:pt x="1432493" y="1138847"/>
                    <a:pt x="1418055" y="1136448"/>
                  </a:cubicBezTo>
                  <a:cubicBezTo>
                    <a:pt x="1412858" y="1135582"/>
                    <a:pt x="1407460" y="1137314"/>
                    <a:pt x="1402262" y="1136448"/>
                  </a:cubicBezTo>
                  <a:cubicBezTo>
                    <a:pt x="1400796" y="1136204"/>
                    <a:pt x="1400574" y="1133538"/>
                    <a:pt x="1399108" y="1133294"/>
                  </a:cubicBezTo>
                  <a:cubicBezTo>
                    <a:pt x="1393911" y="1132427"/>
                    <a:pt x="1388513" y="1134160"/>
                    <a:pt x="1383338" y="1133294"/>
                  </a:cubicBezTo>
                  <a:cubicBezTo>
                    <a:pt x="1378495" y="1132494"/>
                    <a:pt x="1369144" y="1127585"/>
                    <a:pt x="1364391" y="1126985"/>
                  </a:cubicBezTo>
                  <a:cubicBezTo>
                    <a:pt x="1357083" y="1126075"/>
                    <a:pt x="1349619" y="1127896"/>
                    <a:pt x="1342312" y="1126985"/>
                  </a:cubicBezTo>
                  <a:cubicBezTo>
                    <a:pt x="1340823" y="1126808"/>
                    <a:pt x="1340623" y="1123965"/>
                    <a:pt x="1339135" y="1123831"/>
                  </a:cubicBezTo>
                  <a:cubicBezTo>
                    <a:pt x="1328673" y="1122876"/>
                    <a:pt x="1318056" y="1124786"/>
                    <a:pt x="1307594" y="1123831"/>
                  </a:cubicBezTo>
                  <a:cubicBezTo>
                    <a:pt x="1306105" y="1123698"/>
                    <a:pt x="1305906" y="1120788"/>
                    <a:pt x="1304440" y="1120677"/>
                  </a:cubicBezTo>
                  <a:cubicBezTo>
                    <a:pt x="1292889" y="1119700"/>
                    <a:pt x="1281250" y="1121632"/>
                    <a:pt x="1269722" y="1120677"/>
                  </a:cubicBezTo>
                  <a:cubicBezTo>
                    <a:pt x="1268233" y="1120544"/>
                    <a:pt x="1268034" y="1117567"/>
                    <a:pt x="1266568" y="1117523"/>
                  </a:cubicBezTo>
                  <a:cubicBezTo>
                    <a:pt x="1191956" y="1114280"/>
                    <a:pt x="1119500" y="1114524"/>
                    <a:pt x="1045644" y="1120677"/>
                  </a:cubicBezTo>
                  <a:cubicBezTo>
                    <a:pt x="1044156" y="1120788"/>
                    <a:pt x="1043956" y="1123654"/>
                    <a:pt x="1042490" y="1123831"/>
                  </a:cubicBezTo>
                  <a:cubicBezTo>
                    <a:pt x="1034116" y="1124764"/>
                    <a:pt x="1025609" y="1122898"/>
                    <a:pt x="1017234" y="1123831"/>
                  </a:cubicBezTo>
                  <a:cubicBezTo>
                    <a:pt x="1015746" y="1123987"/>
                    <a:pt x="1015546" y="1126808"/>
                    <a:pt x="1014080" y="1126985"/>
                  </a:cubicBezTo>
                  <a:cubicBezTo>
                    <a:pt x="1006772" y="1127896"/>
                    <a:pt x="999287" y="1126075"/>
                    <a:pt x="991979" y="1126985"/>
                  </a:cubicBezTo>
                  <a:cubicBezTo>
                    <a:pt x="990513" y="1127163"/>
                    <a:pt x="990313" y="1129917"/>
                    <a:pt x="988825" y="1130140"/>
                  </a:cubicBezTo>
                  <a:cubicBezTo>
                    <a:pt x="982583" y="1131028"/>
                    <a:pt x="976142" y="1129251"/>
                    <a:pt x="969900" y="1130140"/>
                  </a:cubicBezTo>
                  <a:cubicBezTo>
                    <a:pt x="968412" y="1130340"/>
                    <a:pt x="968212" y="1133094"/>
                    <a:pt x="966746" y="1133294"/>
                  </a:cubicBezTo>
                  <a:cubicBezTo>
                    <a:pt x="937714" y="1137447"/>
                    <a:pt x="910549" y="1138625"/>
                    <a:pt x="881517" y="1142756"/>
                  </a:cubicBezTo>
                  <a:cubicBezTo>
                    <a:pt x="876742" y="1143445"/>
                    <a:pt x="867368" y="1148398"/>
                    <a:pt x="862592" y="1149064"/>
                  </a:cubicBezTo>
                  <a:cubicBezTo>
                    <a:pt x="856351" y="1149975"/>
                    <a:pt x="849909" y="1148176"/>
                    <a:pt x="843645" y="1149064"/>
                  </a:cubicBezTo>
                  <a:cubicBezTo>
                    <a:pt x="837981" y="1149886"/>
                    <a:pt x="827297" y="1154440"/>
                    <a:pt x="821566" y="1155395"/>
                  </a:cubicBezTo>
                  <a:cubicBezTo>
                    <a:pt x="816369" y="1156261"/>
                    <a:pt x="810971" y="1154529"/>
                    <a:pt x="805773" y="1155395"/>
                  </a:cubicBezTo>
                  <a:cubicBezTo>
                    <a:pt x="804307" y="1155639"/>
                    <a:pt x="804107" y="1158327"/>
                    <a:pt x="802619" y="1158549"/>
                  </a:cubicBezTo>
                  <a:cubicBezTo>
                    <a:pt x="796378" y="1159438"/>
                    <a:pt x="789936" y="1157638"/>
                    <a:pt x="783694" y="1158549"/>
                  </a:cubicBezTo>
                  <a:cubicBezTo>
                    <a:pt x="782228" y="1158749"/>
                    <a:pt x="782006" y="1161481"/>
                    <a:pt x="780540" y="1161703"/>
                  </a:cubicBezTo>
                  <a:cubicBezTo>
                    <a:pt x="774276" y="1162592"/>
                    <a:pt x="767857" y="1160815"/>
                    <a:pt x="761593" y="1161703"/>
                  </a:cubicBezTo>
                  <a:cubicBezTo>
                    <a:pt x="760127" y="1161903"/>
                    <a:pt x="759927" y="1164680"/>
                    <a:pt x="758439" y="1164857"/>
                  </a:cubicBezTo>
                  <a:cubicBezTo>
                    <a:pt x="736804" y="1167567"/>
                    <a:pt x="732762" y="1165302"/>
                    <a:pt x="711105" y="1168012"/>
                  </a:cubicBezTo>
                  <a:cubicBezTo>
                    <a:pt x="709616" y="1168189"/>
                    <a:pt x="709416" y="1171010"/>
                    <a:pt x="707950" y="1171166"/>
                  </a:cubicBezTo>
                  <a:cubicBezTo>
                    <a:pt x="698532" y="1172099"/>
                    <a:pt x="688959" y="1170233"/>
                    <a:pt x="679541" y="1171166"/>
                  </a:cubicBezTo>
                  <a:cubicBezTo>
                    <a:pt x="678053" y="1171321"/>
                    <a:pt x="677875" y="1174209"/>
                    <a:pt x="676387" y="1174320"/>
                  </a:cubicBezTo>
                  <a:cubicBezTo>
                    <a:pt x="664859" y="1175275"/>
                    <a:pt x="653197" y="1173365"/>
                    <a:pt x="641669" y="1174320"/>
                  </a:cubicBezTo>
                  <a:cubicBezTo>
                    <a:pt x="640181" y="1174453"/>
                    <a:pt x="640003" y="1177407"/>
                    <a:pt x="638515" y="1177474"/>
                  </a:cubicBezTo>
                  <a:cubicBezTo>
                    <a:pt x="569945" y="1180917"/>
                    <a:pt x="501798" y="1181272"/>
                    <a:pt x="433384" y="1177474"/>
                  </a:cubicBezTo>
                  <a:cubicBezTo>
                    <a:pt x="431896" y="1177385"/>
                    <a:pt x="431696" y="1174475"/>
                    <a:pt x="430208" y="1174320"/>
                  </a:cubicBezTo>
                  <a:cubicBezTo>
                    <a:pt x="420790" y="1173387"/>
                    <a:pt x="411239" y="1175253"/>
                    <a:pt x="401821" y="1174320"/>
                  </a:cubicBezTo>
                  <a:cubicBezTo>
                    <a:pt x="400332" y="1174164"/>
                    <a:pt x="400132" y="1171366"/>
                    <a:pt x="398666" y="1171166"/>
                  </a:cubicBezTo>
                  <a:cubicBezTo>
                    <a:pt x="375455" y="1167856"/>
                    <a:pt x="354930" y="1166212"/>
                    <a:pt x="332385" y="1161703"/>
                  </a:cubicBezTo>
                  <a:cubicBezTo>
                    <a:pt x="316392" y="1158505"/>
                    <a:pt x="300355" y="1151019"/>
                    <a:pt x="285050" y="1145910"/>
                  </a:cubicBezTo>
                  <a:cubicBezTo>
                    <a:pt x="258662" y="1137114"/>
                    <a:pt x="236072" y="1130095"/>
                    <a:pt x="212461" y="1114347"/>
                  </a:cubicBezTo>
                  <a:cubicBezTo>
                    <a:pt x="205219" y="1109527"/>
                    <a:pt x="193891" y="1107905"/>
                    <a:pt x="187205" y="1101730"/>
                  </a:cubicBezTo>
                  <a:cubicBezTo>
                    <a:pt x="146979" y="1064613"/>
                    <a:pt x="122679" y="1036692"/>
                    <a:pt x="127232" y="981806"/>
                  </a:cubicBezTo>
                  <a:cubicBezTo>
                    <a:pt x="127565" y="977830"/>
                    <a:pt x="132163" y="970233"/>
                    <a:pt x="133563" y="966035"/>
                  </a:cubicBezTo>
                  <a:cubicBezTo>
                    <a:pt x="147334" y="924720"/>
                    <a:pt x="180453" y="893157"/>
                    <a:pt x="215615" y="865036"/>
                  </a:cubicBezTo>
                  <a:cubicBezTo>
                    <a:pt x="292691" y="803374"/>
                    <a:pt x="384495" y="768368"/>
                    <a:pt x="477564" y="745112"/>
                  </a:cubicBezTo>
                  <a:cubicBezTo>
                    <a:pt x="490914" y="741780"/>
                    <a:pt x="504819" y="739092"/>
                    <a:pt x="518591" y="735627"/>
                  </a:cubicBezTo>
                  <a:cubicBezTo>
                    <a:pt x="522922" y="734561"/>
                    <a:pt x="530097" y="730029"/>
                    <a:pt x="534361" y="729319"/>
                  </a:cubicBezTo>
                  <a:cubicBezTo>
                    <a:pt x="539559" y="728452"/>
                    <a:pt x="544957" y="730185"/>
                    <a:pt x="550154" y="729319"/>
                  </a:cubicBezTo>
                  <a:cubicBezTo>
                    <a:pt x="557284" y="728141"/>
                    <a:pt x="575921" y="720034"/>
                    <a:pt x="584872" y="723010"/>
                  </a:cubicBezTo>
                  <a:cubicBezTo>
                    <a:pt x="608906" y="731029"/>
                    <a:pt x="585161" y="726009"/>
                    <a:pt x="591180" y="732473"/>
                  </a:cubicBezTo>
                  <a:cubicBezTo>
                    <a:pt x="604330" y="746644"/>
                    <a:pt x="618035" y="760349"/>
                    <a:pt x="632206" y="773499"/>
                  </a:cubicBezTo>
                  <a:cubicBezTo>
                    <a:pt x="647133" y="787382"/>
                    <a:pt x="665925" y="801953"/>
                    <a:pt x="682695" y="814547"/>
                  </a:cubicBezTo>
                  <a:cubicBezTo>
                    <a:pt x="687115" y="817857"/>
                    <a:pt x="698532" y="820944"/>
                    <a:pt x="701642" y="827164"/>
                  </a:cubicBezTo>
                  <a:cubicBezTo>
                    <a:pt x="705374" y="834649"/>
                    <a:pt x="695178" y="838936"/>
                    <a:pt x="692157" y="842935"/>
                  </a:cubicBezTo>
                  <a:cubicBezTo>
                    <a:pt x="676964" y="863214"/>
                    <a:pt x="670301" y="870456"/>
                    <a:pt x="673233" y="899754"/>
                  </a:cubicBezTo>
                  <a:cubicBezTo>
                    <a:pt x="674721" y="914614"/>
                    <a:pt x="695378" y="923476"/>
                    <a:pt x="704796" y="931317"/>
                  </a:cubicBezTo>
                  <a:cubicBezTo>
                    <a:pt x="733295" y="955062"/>
                    <a:pt x="739758" y="989825"/>
                    <a:pt x="774232" y="1007061"/>
                  </a:cubicBezTo>
                  <a:cubicBezTo>
                    <a:pt x="777208" y="1008549"/>
                    <a:pt x="784005" y="1013236"/>
                    <a:pt x="786849" y="1013370"/>
                  </a:cubicBezTo>
                  <a:cubicBezTo>
                    <a:pt x="811015" y="1014369"/>
                    <a:pt x="835249" y="1012348"/>
                    <a:pt x="859438" y="1013370"/>
                  </a:cubicBezTo>
                  <a:cubicBezTo>
                    <a:pt x="860927" y="1013436"/>
                    <a:pt x="861126" y="1016235"/>
                    <a:pt x="862592" y="1016524"/>
                  </a:cubicBezTo>
                  <a:cubicBezTo>
                    <a:pt x="866724" y="1017346"/>
                    <a:pt x="871078" y="1015702"/>
                    <a:pt x="875209" y="1016524"/>
                  </a:cubicBezTo>
                  <a:cubicBezTo>
                    <a:pt x="880296" y="1017545"/>
                    <a:pt x="889136" y="1021988"/>
                    <a:pt x="894156" y="1022832"/>
                  </a:cubicBezTo>
                  <a:cubicBezTo>
                    <a:pt x="914636" y="1026253"/>
                    <a:pt x="920011" y="1023743"/>
                    <a:pt x="944645" y="1025986"/>
                  </a:cubicBezTo>
                  <a:cubicBezTo>
                    <a:pt x="946133" y="1026119"/>
                    <a:pt x="946399" y="1028674"/>
                    <a:pt x="947799" y="1029140"/>
                  </a:cubicBezTo>
                  <a:cubicBezTo>
                    <a:pt x="961881" y="1033849"/>
                    <a:pt x="969678" y="1037803"/>
                    <a:pt x="982517" y="1048087"/>
                  </a:cubicBezTo>
                  <a:cubicBezTo>
                    <a:pt x="991224" y="1055040"/>
                    <a:pt x="999909" y="1065791"/>
                    <a:pt x="1010926" y="1067012"/>
                  </a:cubicBezTo>
                  <a:cubicBezTo>
                    <a:pt x="1029051" y="1069034"/>
                    <a:pt x="1041313" y="1068589"/>
                    <a:pt x="1051952" y="1054396"/>
                  </a:cubicBezTo>
                  <a:cubicBezTo>
                    <a:pt x="1057972" y="1046377"/>
                    <a:pt x="1047177" y="1017035"/>
                    <a:pt x="1064569" y="1022832"/>
                  </a:cubicBezTo>
                  <a:cubicBezTo>
                    <a:pt x="1080317" y="1028074"/>
                    <a:pt x="1096199" y="1044978"/>
                    <a:pt x="1108749" y="1054396"/>
                  </a:cubicBezTo>
                  <a:cubicBezTo>
                    <a:pt x="1109460" y="1054929"/>
                    <a:pt x="1120655" y="1066635"/>
                    <a:pt x="1124542" y="1067012"/>
                  </a:cubicBezTo>
                  <a:cubicBezTo>
                    <a:pt x="1133960" y="1067967"/>
                    <a:pt x="1143511" y="1067967"/>
                    <a:pt x="1152952" y="1067012"/>
                  </a:cubicBezTo>
                  <a:cubicBezTo>
                    <a:pt x="1164946" y="1065813"/>
                    <a:pt x="1168300" y="1046710"/>
                    <a:pt x="1178185" y="1041779"/>
                  </a:cubicBezTo>
                  <a:cubicBezTo>
                    <a:pt x="1181006" y="1040357"/>
                    <a:pt x="1184604" y="1042534"/>
                    <a:pt x="1187647" y="1041779"/>
                  </a:cubicBezTo>
                  <a:cubicBezTo>
                    <a:pt x="1205262" y="1037359"/>
                    <a:pt x="1212059" y="1016924"/>
                    <a:pt x="1209748" y="1000731"/>
                  </a:cubicBezTo>
                  <a:cubicBezTo>
                    <a:pt x="1206950" y="981117"/>
                    <a:pt x="1183605" y="964902"/>
                    <a:pt x="1171877" y="950242"/>
                  </a:cubicBezTo>
                  <a:cubicBezTo>
                    <a:pt x="1170944" y="949087"/>
                    <a:pt x="1173631" y="947555"/>
                    <a:pt x="1175031" y="947088"/>
                  </a:cubicBezTo>
                  <a:cubicBezTo>
                    <a:pt x="1184737" y="943867"/>
                    <a:pt x="1196510" y="958261"/>
                    <a:pt x="1203440" y="962859"/>
                  </a:cubicBezTo>
                  <a:cubicBezTo>
                    <a:pt x="1219544" y="973610"/>
                    <a:pt x="1228229" y="981473"/>
                    <a:pt x="1250775" y="978652"/>
                  </a:cubicBezTo>
                  <a:cubicBezTo>
                    <a:pt x="1252929" y="978385"/>
                    <a:pt x="1258194" y="973365"/>
                    <a:pt x="1260237" y="972343"/>
                  </a:cubicBezTo>
                  <a:cubicBezTo>
                    <a:pt x="1277429" y="963747"/>
                    <a:pt x="1289135" y="960016"/>
                    <a:pt x="1285492" y="934471"/>
                  </a:cubicBezTo>
                  <a:cubicBezTo>
                    <a:pt x="1284093" y="924676"/>
                    <a:pt x="1260815" y="913681"/>
                    <a:pt x="1276030" y="906062"/>
                  </a:cubicBezTo>
                  <a:cubicBezTo>
                    <a:pt x="1284382" y="901886"/>
                    <a:pt x="1295199" y="902064"/>
                    <a:pt x="1304440" y="899754"/>
                  </a:cubicBezTo>
                  <a:cubicBezTo>
                    <a:pt x="1311547" y="897977"/>
                    <a:pt x="1319388" y="892068"/>
                    <a:pt x="1326519" y="890291"/>
                  </a:cubicBezTo>
                  <a:cubicBezTo>
                    <a:pt x="1329584" y="889514"/>
                    <a:pt x="1332938" y="891046"/>
                    <a:pt x="1335981" y="890291"/>
                  </a:cubicBezTo>
                  <a:cubicBezTo>
                    <a:pt x="1346443" y="887670"/>
                    <a:pt x="1357083" y="880273"/>
                    <a:pt x="1367545" y="877652"/>
                  </a:cubicBezTo>
                  <a:cubicBezTo>
                    <a:pt x="1381783" y="874098"/>
                    <a:pt x="1394333" y="871744"/>
                    <a:pt x="1408571" y="868190"/>
                  </a:cubicBezTo>
                  <a:cubicBezTo>
                    <a:pt x="1412924" y="867102"/>
                    <a:pt x="1420099" y="862592"/>
                    <a:pt x="1424364" y="861882"/>
                  </a:cubicBezTo>
                  <a:cubicBezTo>
                    <a:pt x="1429539" y="861015"/>
                    <a:pt x="1434959" y="862748"/>
                    <a:pt x="1440134" y="861882"/>
                  </a:cubicBezTo>
                  <a:cubicBezTo>
                    <a:pt x="1441600" y="861637"/>
                    <a:pt x="1441800" y="858794"/>
                    <a:pt x="1443289" y="858728"/>
                  </a:cubicBezTo>
                  <a:cubicBezTo>
                    <a:pt x="1508593" y="855085"/>
                    <a:pt x="1555705" y="875142"/>
                    <a:pt x="1610569" y="893445"/>
                  </a:cubicBezTo>
                  <a:cubicBezTo>
                    <a:pt x="1622275" y="897355"/>
                    <a:pt x="1633559" y="905307"/>
                    <a:pt x="1645287" y="909216"/>
                  </a:cubicBezTo>
                  <a:cubicBezTo>
                    <a:pt x="1657948" y="913436"/>
                    <a:pt x="1669987" y="915391"/>
                    <a:pt x="1683159" y="918679"/>
                  </a:cubicBezTo>
                  <a:cubicBezTo>
                    <a:pt x="1686691" y="919567"/>
                    <a:pt x="1692244" y="924298"/>
                    <a:pt x="1695776" y="924987"/>
                  </a:cubicBezTo>
                  <a:cubicBezTo>
                    <a:pt x="1707593" y="927364"/>
                    <a:pt x="1712368" y="925786"/>
                    <a:pt x="1724185" y="928163"/>
                  </a:cubicBezTo>
                  <a:cubicBezTo>
                    <a:pt x="1729938" y="929296"/>
                    <a:pt x="1740756" y="933916"/>
                    <a:pt x="1746264" y="934471"/>
                  </a:cubicBezTo>
                  <a:cubicBezTo>
                    <a:pt x="1786691" y="938514"/>
                    <a:pt x="1829250" y="939469"/>
                    <a:pt x="1869343" y="934471"/>
                  </a:cubicBezTo>
                  <a:cubicBezTo>
                    <a:pt x="1870831" y="934272"/>
                    <a:pt x="1871053" y="931562"/>
                    <a:pt x="1872519" y="931317"/>
                  </a:cubicBezTo>
                  <a:cubicBezTo>
                    <a:pt x="1886313" y="929007"/>
                    <a:pt x="1891000" y="930762"/>
                    <a:pt x="1904061" y="928163"/>
                  </a:cubicBezTo>
                  <a:cubicBezTo>
                    <a:pt x="1912235" y="926519"/>
                    <a:pt x="1900751" y="920744"/>
                    <a:pt x="1913545" y="924987"/>
                  </a:cubicBezTo>
                  <a:cubicBezTo>
                    <a:pt x="1922786" y="928074"/>
                    <a:pt x="1940844" y="949287"/>
                    <a:pt x="1941933" y="950242"/>
                  </a:cubicBezTo>
                  <a:cubicBezTo>
                    <a:pt x="1943554" y="951664"/>
                    <a:pt x="1949307" y="952352"/>
                    <a:pt x="1951417" y="953396"/>
                  </a:cubicBezTo>
                  <a:cubicBezTo>
                    <a:pt x="1963301" y="959349"/>
                    <a:pt x="1974229" y="966391"/>
                    <a:pt x="1986135" y="972343"/>
                  </a:cubicBezTo>
                  <a:cubicBezTo>
                    <a:pt x="1990311" y="974431"/>
                    <a:pt x="1998396" y="975742"/>
                    <a:pt x="2001906" y="978652"/>
                  </a:cubicBezTo>
                  <a:cubicBezTo>
                    <a:pt x="2007614" y="983405"/>
                    <a:pt x="2012923" y="988714"/>
                    <a:pt x="2017676" y="994422"/>
                  </a:cubicBezTo>
                  <a:cubicBezTo>
                    <a:pt x="2025673" y="1004018"/>
                    <a:pt x="2025695" y="1026675"/>
                    <a:pt x="2042932" y="1029140"/>
                  </a:cubicBezTo>
                  <a:cubicBezTo>
                    <a:pt x="2056815" y="1031139"/>
                    <a:pt x="2063278" y="1023187"/>
                    <a:pt x="2074496" y="1025986"/>
                  </a:cubicBezTo>
                  <a:cubicBezTo>
                    <a:pt x="2080648" y="1027519"/>
                    <a:pt x="2087068" y="1034182"/>
                    <a:pt x="2093420" y="1035449"/>
                  </a:cubicBezTo>
                  <a:cubicBezTo>
                    <a:pt x="2106481" y="1038070"/>
                    <a:pt x="2108858" y="1030229"/>
                    <a:pt x="2118676" y="1029140"/>
                  </a:cubicBezTo>
                  <a:cubicBezTo>
                    <a:pt x="2127050" y="1028207"/>
                    <a:pt x="2135557" y="1030073"/>
                    <a:pt x="2143931" y="1029140"/>
                  </a:cubicBezTo>
                  <a:cubicBezTo>
                    <a:pt x="2156326" y="1027763"/>
                    <a:pt x="2158525" y="1006795"/>
                    <a:pt x="2169164" y="1003907"/>
                  </a:cubicBezTo>
                  <a:cubicBezTo>
                    <a:pt x="2177294" y="1001686"/>
                    <a:pt x="2186068" y="1004818"/>
                    <a:pt x="2194420" y="1003907"/>
                  </a:cubicBezTo>
                  <a:cubicBezTo>
                    <a:pt x="2195908" y="1003729"/>
                    <a:pt x="2196175" y="1001219"/>
                    <a:pt x="2197574" y="1000731"/>
                  </a:cubicBezTo>
                  <a:cubicBezTo>
                    <a:pt x="2203749" y="998687"/>
                    <a:pt x="2217943" y="1007772"/>
                    <a:pt x="2222829" y="1010215"/>
                  </a:cubicBezTo>
                  <a:cubicBezTo>
                    <a:pt x="2227138" y="1012370"/>
                    <a:pt x="2225717" y="1007905"/>
                    <a:pt x="2229138" y="1007061"/>
                  </a:cubicBezTo>
                  <a:cubicBezTo>
                    <a:pt x="2232203" y="1006284"/>
                    <a:pt x="2235668" y="1008216"/>
                    <a:pt x="2238600" y="1007061"/>
                  </a:cubicBezTo>
                  <a:cubicBezTo>
                    <a:pt x="2241377" y="1005951"/>
                    <a:pt x="2241999" y="1001330"/>
                    <a:pt x="2244908" y="1000731"/>
                  </a:cubicBezTo>
                  <a:cubicBezTo>
                    <a:pt x="2253171" y="999087"/>
                    <a:pt x="2261923" y="1002397"/>
                    <a:pt x="2270164" y="1000731"/>
                  </a:cubicBezTo>
                  <a:cubicBezTo>
                    <a:pt x="2273074" y="1000153"/>
                    <a:pt x="2274006" y="996088"/>
                    <a:pt x="2276472" y="994422"/>
                  </a:cubicBezTo>
                  <a:cubicBezTo>
                    <a:pt x="2298018" y="980073"/>
                    <a:pt x="2285068" y="945755"/>
                    <a:pt x="2267010" y="931317"/>
                  </a:cubicBezTo>
                  <a:cubicBezTo>
                    <a:pt x="2253749" y="920700"/>
                    <a:pt x="2232692" y="919567"/>
                    <a:pt x="2216521" y="915524"/>
                  </a:cubicBezTo>
                  <a:cubicBezTo>
                    <a:pt x="2196663" y="910571"/>
                    <a:pt x="2181070" y="899376"/>
                    <a:pt x="2162856" y="890291"/>
                  </a:cubicBezTo>
                  <a:cubicBezTo>
                    <a:pt x="2156770" y="887226"/>
                    <a:pt x="2126961" y="868568"/>
                    <a:pt x="2131292" y="855573"/>
                  </a:cubicBezTo>
                  <a:cubicBezTo>
                    <a:pt x="2136912" y="838759"/>
                    <a:pt x="2167809" y="854218"/>
                    <a:pt x="2178649" y="855573"/>
                  </a:cubicBezTo>
                  <a:cubicBezTo>
                    <a:pt x="2185957" y="856484"/>
                    <a:pt x="2193420" y="854663"/>
                    <a:pt x="2200728" y="855573"/>
                  </a:cubicBezTo>
                  <a:cubicBezTo>
                    <a:pt x="2202216" y="855751"/>
                    <a:pt x="2202438" y="858439"/>
                    <a:pt x="2203882" y="858728"/>
                  </a:cubicBezTo>
                  <a:cubicBezTo>
                    <a:pt x="2208014" y="859549"/>
                    <a:pt x="2212390" y="857906"/>
                    <a:pt x="2216521" y="858728"/>
                  </a:cubicBezTo>
                  <a:cubicBezTo>
                    <a:pt x="2220919" y="859594"/>
                    <a:pt x="2227849" y="863925"/>
                    <a:pt x="2232292" y="865036"/>
                  </a:cubicBezTo>
                  <a:cubicBezTo>
                    <a:pt x="2271363" y="874809"/>
                    <a:pt x="2306747" y="889958"/>
                    <a:pt x="2345908" y="899754"/>
                  </a:cubicBezTo>
                  <a:cubicBezTo>
                    <a:pt x="2349573" y="900664"/>
                    <a:pt x="2354859" y="905151"/>
                    <a:pt x="2358524" y="906062"/>
                  </a:cubicBezTo>
                  <a:cubicBezTo>
                    <a:pt x="2371452" y="909283"/>
                    <a:pt x="2383113" y="909705"/>
                    <a:pt x="2396396" y="912370"/>
                  </a:cubicBezTo>
                  <a:cubicBezTo>
                    <a:pt x="2405836" y="914258"/>
                    <a:pt x="2418298" y="920233"/>
                    <a:pt x="2427960" y="921833"/>
                  </a:cubicBezTo>
                  <a:cubicBezTo>
                    <a:pt x="2433158" y="922699"/>
                    <a:pt x="2438555" y="920966"/>
                    <a:pt x="2443753" y="921833"/>
                  </a:cubicBezTo>
                  <a:cubicBezTo>
                    <a:pt x="2448684" y="922655"/>
                    <a:pt x="2457747" y="927341"/>
                    <a:pt x="2462678" y="928163"/>
                  </a:cubicBezTo>
                  <a:cubicBezTo>
                    <a:pt x="2467875" y="929029"/>
                    <a:pt x="2473273" y="927297"/>
                    <a:pt x="2478471" y="928163"/>
                  </a:cubicBezTo>
                  <a:cubicBezTo>
                    <a:pt x="2479937" y="928408"/>
                    <a:pt x="2480159" y="931029"/>
                    <a:pt x="2481625" y="931317"/>
                  </a:cubicBezTo>
                  <a:cubicBezTo>
                    <a:pt x="2483246" y="931628"/>
                    <a:pt x="2511389" y="931739"/>
                    <a:pt x="2506858" y="940780"/>
                  </a:cubicBezTo>
                  <a:cubicBezTo>
                    <a:pt x="2502393" y="949709"/>
                    <a:pt x="2479803" y="952730"/>
                    <a:pt x="2472140" y="956550"/>
                  </a:cubicBezTo>
                  <a:cubicBezTo>
                    <a:pt x="2461101" y="962081"/>
                    <a:pt x="2451794" y="969900"/>
                    <a:pt x="2440599" y="975498"/>
                  </a:cubicBezTo>
                  <a:cubicBezTo>
                    <a:pt x="2438711" y="976430"/>
                    <a:pt x="2436156" y="974542"/>
                    <a:pt x="2434268" y="975498"/>
                  </a:cubicBezTo>
                  <a:cubicBezTo>
                    <a:pt x="2431625" y="976830"/>
                    <a:pt x="2430448" y="980162"/>
                    <a:pt x="2427960" y="981806"/>
                  </a:cubicBezTo>
                  <a:cubicBezTo>
                    <a:pt x="2414943" y="990491"/>
                    <a:pt x="2399128" y="994867"/>
                    <a:pt x="2386934" y="1007061"/>
                  </a:cubicBezTo>
                  <a:cubicBezTo>
                    <a:pt x="2385890" y="1008105"/>
                    <a:pt x="2388689" y="1004374"/>
                    <a:pt x="2390088" y="1003907"/>
                  </a:cubicBezTo>
                  <a:cubicBezTo>
                    <a:pt x="2414188" y="995866"/>
                    <a:pt x="2373984" y="1016746"/>
                    <a:pt x="2402727" y="997577"/>
                  </a:cubicBezTo>
                  <a:cubicBezTo>
                    <a:pt x="2414966" y="989425"/>
                    <a:pt x="2430381" y="982183"/>
                    <a:pt x="2443753" y="975498"/>
                  </a:cubicBezTo>
                  <a:cubicBezTo>
                    <a:pt x="2464321" y="965213"/>
                    <a:pt x="2484979" y="957550"/>
                    <a:pt x="2506858" y="950242"/>
                  </a:cubicBezTo>
                  <a:cubicBezTo>
                    <a:pt x="2513144" y="948154"/>
                    <a:pt x="2519252" y="942090"/>
                    <a:pt x="2525805" y="940780"/>
                  </a:cubicBezTo>
                  <a:cubicBezTo>
                    <a:pt x="2535889" y="938758"/>
                    <a:pt x="2552193" y="945022"/>
                    <a:pt x="2560523" y="947088"/>
                  </a:cubicBezTo>
                  <a:cubicBezTo>
                    <a:pt x="2568986" y="949220"/>
                    <a:pt x="2577915" y="951442"/>
                    <a:pt x="2585756" y="953396"/>
                  </a:cubicBezTo>
                  <a:cubicBezTo>
                    <a:pt x="2597062" y="956240"/>
                    <a:pt x="2594063" y="948510"/>
                    <a:pt x="2601549" y="959705"/>
                  </a:cubicBezTo>
                  <a:cubicBezTo>
                    <a:pt x="2604259" y="963792"/>
                    <a:pt x="2594175" y="968123"/>
                    <a:pt x="2592087" y="969189"/>
                  </a:cubicBezTo>
                  <a:cubicBezTo>
                    <a:pt x="2580070" y="975187"/>
                    <a:pt x="2565299" y="980717"/>
                    <a:pt x="2554215" y="988114"/>
                  </a:cubicBezTo>
                  <a:cubicBezTo>
                    <a:pt x="2536556" y="999887"/>
                    <a:pt x="2516898" y="1009771"/>
                    <a:pt x="2500550" y="1022832"/>
                  </a:cubicBezTo>
                  <a:cubicBezTo>
                    <a:pt x="2483846" y="1036204"/>
                    <a:pt x="2494464" y="1035449"/>
                    <a:pt x="2484779" y="1035449"/>
                  </a:cubicBezTo>
                  <a:cubicBezTo>
                    <a:pt x="2483713" y="1035449"/>
                    <a:pt x="2487045" y="1036048"/>
                    <a:pt x="2487933" y="1035449"/>
                  </a:cubicBezTo>
                  <a:cubicBezTo>
                    <a:pt x="2490399" y="1033805"/>
                    <a:pt x="2491776" y="1030806"/>
                    <a:pt x="2494241" y="1029140"/>
                  </a:cubicBezTo>
                  <a:cubicBezTo>
                    <a:pt x="2496285" y="1027785"/>
                    <a:pt x="2501660" y="1027341"/>
                    <a:pt x="2503704" y="1025986"/>
                  </a:cubicBezTo>
                  <a:cubicBezTo>
                    <a:pt x="2517453" y="1016835"/>
                    <a:pt x="2530292" y="1007972"/>
                    <a:pt x="2544730" y="1000731"/>
                  </a:cubicBezTo>
                  <a:cubicBezTo>
                    <a:pt x="2550216" y="997999"/>
                    <a:pt x="2551616" y="995111"/>
                    <a:pt x="2557369" y="991268"/>
                  </a:cubicBezTo>
                  <a:cubicBezTo>
                    <a:pt x="2563566" y="987137"/>
                    <a:pt x="2572740" y="985160"/>
                    <a:pt x="2579448" y="981806"/>
                  </a:cubicBezTo>
                  <a:cubicBezTo>
                    <a:pt x="2593442" y="974809"/>
                    <a:pt x="2606480" y="966702"/>
                    <a:pt x="2620474" y="959705"/>
                  </a:cubicBezTo>
                  <a:cubicBezTo>
                    <a:pt x="2623939" y="957994"/>
                    <a:pt x="2633179" y="965413"/>
                    <a:pt x="2636267" y="966035"/>
                  </a:cubicBezTo>
                  <a:cubicBezTo>
                    <a:pt x="2640398" y="966857"/>
                    <a:pt x="2644752" y="965191"/>
                    <a:pt x="2648883" y="966035"/>
                  </a:cubicBezTo>
                  <a:cubicBezTo>
                    <a:pt x="2653281" y="966901"/>
                    <a:pt x="2660234" y="971233"/>
                    <a:pt x="2664654" y="972343"/>
                  </a:cubicBezTo>
                  <a:cubicBezTo>
                    <a:pt x="2667719" y="973099"/>
                    <a:pt x="2671207" y="971166"/>
                    <a:pt x="2674139" y="972343"/>
                  </a:cubicBezTo>
                  <a:cubicBezTo>
                    <a:pt x="2677648" y="973743"/>
                    <a:pt x="2683024" y="979029"/>
                    <a:pt x="2680447" y="981806"/>
                  </a:cubicBezTo>
                  <a:cubicBezTo>
                    <a:pt x="2666231" y="997044"/>
                    <a:pt x="2650483" y="1010771"/>
                    <a:pt x="2636267" y="1025986"/>
                  </a:cubicBezTo>
                  <a:cubicBezTo>
                    <a:pt x="2631669" y="1030917"/>
                    <a:pt x="2627848" y="1036515"/>
                    <a:pt x="2623628" y="1041779"/>
                  </a:cubicBezTo>
                  <a:cubicBezTo>
                    <a:pt x="2622984" y="1042601"/>
                    <a:pt x="2622873" y="1045644"/>
                    <a:pt x="2623628" y="1044933"/>
                  </a:cubicBezTo>
                  <a:cubicBezTo>
                    <a:pt x="2643664" y="1026031"/>
                    <a:pt x="2661567" y="1004640"/>
                    <a:pt x="2683601" y="988114"/>
                  </a:cubicBezTo>
                  <a:cubicBezTo>
                    <a:pt x="2687177" y="985449"/>
                    <a:pt x="2689088" y="980651"/>
                    <a:pt x="2693064" y="978652"/>
                  </a:cubicBezTo>
                  <a:cubicBezTo>
                    <a:pt x="2711256" y="969545"/>
                    <a:pt x="2696884" y="980695"/>
                    <a:pt x="2705702" y="981806"/>
                  </a:cubicBezTo>
                  <a:cubicBezTo>
                    <a:pt x="2713010" y="982717"/>
                    <a:pt x="2720474" y="980895"/>
                    <a:pt x="2727782" y="981806"/>
                  </a:cubicBezTo>
                  <a:cubicBezTo>
                    <a:pt x="2729270" y="981984"/>
                    <a:pt x="2730580" y="983516"/>
                    <a:pt x="2730936" y="984960"/>
                  </a:cubicBezTo>
                  <a:cubicBezTo>
                    <a:pt x="2733401" y="994822"/>
                    <a:pt x="2724494" y="1010637"/>
                    <a:pt x="2721473" y="1019678"/>
                  </a:cubicBezTo>
                  <a:cubicBezTo>
                    <a:pt x="2720540" y="1022499"/>
                    <a:pt x="2713077" y="1023920"/>
                    <a:pt x="2718319" y="1029140"/>
                  </a:cubicBezTo>
                  <a:cubicBezTo>
                    <a:pt x="2719230" y="1030073"/>
                    <a:pt x="2723894" y="1014836"/>
                    <a:pt x="2724627" y="1013370"/>
                  </a:cubicBezTo>
                  <a:cubicBezTo>
                    <a:pt x="2728226" y="1006195"/>
                    <a:pt x="2732579" y="1001419"/>
                    <a:pt x="2737244" y="994422"/>
                  </a:cubicBezTo>
                  <a:cubicBezTo>
                    <a:pt x="2742197" y="987004"/>
                    <a:pt x="2715520" y="991157"/>
                    <a:pt x="2746729" y="981806"/>
                  </a:cubicBezTo>
                  <a:cubicBezTo>
                    <a:pt x="2753770" y="979696"/>
                    <a:pt x="2761500" y="982717"/>
                    <a:pt x="2768808" y="981806"/>
                  </a:cubicBezTo>
                  <a:cubicBezTo>
                    <a:pt x="2770296" y="981628"/>
                    <a:pt x="2770518" y="979007"/>
                    <a:pt x="2771962" y="978652"/>
                  </a:cubicBezTo>
                  <a:cubicBezTo>
                    <a:pt x="2775027" y="977874"/>
                    <a:pt x="2778381" y="979407"/>
                    <a:pt x="2781446" y="978652"/>
                  </a:cubicBezTo>
                  <a:cubicBezTo>
                    <a:pt x="2796218" y="974964"/>
                    <a:pt x="2810611" y="960127"/>
                    <a:pt x="2822473" y="950242"/>
                  </a:cubicBezTo>
                  <a:cubicBezTo>
                    <a:pt x="2826449" y="946910"/>
                    <a:pt x="2833734" y="948887"/>
                    <a:pt x="2838243" y="947088"/>
                  </a:cubicBezTo>
                  <a:cubicBezTo>
                    <a:pt x="2841597" y="945755"/>
                    <a:pt x="2855924" y="932983"/>
                    <a:pt x="2857190" y="931317"/>
                  </a:cubicBezTo>
                  <a:cubicBezTo>
                    <a:pt x="2865276" y="920500"/>
                    <a:pt x="2864631" y="899643"/>
                    <a:pt x="2863499" y="887115"/>
                  </a:cubicBezTo>
                  <a:cubicBezTo>
                    <a:pt x="2863165" y="883428"/>
                    <a:pt x="2855458" y="878519"/>
                    <a:pt x="2863499" y="874498"/>
                  </a:cubicBezTo>
                  <a:cubicBezTo>
                    <a:pt x="2870584" y="870944"/>
                    <a:pt x="2872495" y="873321"/>
                    <a:pt x="2882424" y="871344"/>
                  </a:cubicBezTo>
                  <a:cubicBezTo>
                    <a:pt x="2887444" y="870345"/>
                    <a:pt x="2896462" y="865724"/>
                    <a:pt x="2901371" y="865036"/>
                  </a:cubicBezTo>
                  <a:cubicBezTo>
                    <a:pt x="2907612" y="864147"/>
                    <a:pt x="2914054" y="865924"/>
                    <a:pt x="2920296" y="865036"/>
                  </a:cubicBezTo>
                  <a:cubicBezTo>
                    <a:pt x="2921784" y="864814"/>
                    <a:pt x="2921984" y="861993"/>
                    <a:pt x="2923450" y="861882"/>
                  </a:cubicBezTo>
                  <a:cubicBezTo>
                    <a:pt x="2935000" y="860927"/>
                    <a:pt x="2946639" y="862926"/>
                    <a:pt x="2958167" y="861882"/>
                  </a:cubicBezTo>
                  <a:cubicBezTo>
                    <a:pt x="2959211" y="861793"/>
                    <a:pt x="2959211" y="858816"/>
                    <a:pt x="2958167" y="858728"/>
                  </a:cubicBezTo>
                  <a:cubicBezTo>
                    <a:pt x="2945595" y="857684"/>
                    <a:pt x="2932890" y="857750"/>
                    <a:pt x="2920296" y="858728"/>
                  </a:cubicBezTo>
                  <a:cubicBezTo>
                    <a:pt x="2918807" y="858839"/>
                    <a:pt x="2918607" y="861660"/>
                    <a:pt x="2917141" y="861882"/>
                  </a:cubicBezTo>
                  <a:cubicBezTo>
                    <a:pt x="2901459" y="864125"/>
                    <a:pt x="2887288" y="863414"/>
                    <a:pt x="2872961" y="868190"/>
                  </a:cubicBezTo>
                  <a:cubicBezTo>
                    <a:pt x="2871628" y="868634"/>
                    <a:pt x="2860611" y="874632"/>
                    <a:pt x="2860345" y="874498"/>
                  </a:cubicBezTo>
                  <a:cubicBezTo>
                    <a:pt x="2856346" y="872499"/>
                    <a:pt x="2853170" y="868856"/>
                    <a:pt x="2850860" y="865036"/>
                  </a:cubicBezTo>
                  <a:cubicBezTo>
                    <a:pt x="2845707" y="856440"/>
                    <a:pt x="2861033" y="848910"/>
                    <a:pt x="2866653" y="846089"/>
                  </a:cubicBezTo>
                  <a:cubicBezTo>
                    <a:pt x="2883756" y="837537"/>
                    <a:pt x="2898949" y="826920"/>
                    <a:pt x="2917141" y="820856"/>
                  </a:cubicBezTo>
                  <a:cubicBezTo>
                    <a:pt x="2922694" y="819012"/>
                    <a:pt x="2927381" y="813237"/>
                    <a:pt x="2932934" y="811371"/>
                  </a:cubicBezTo>
                  <a:cubicBezTo>
                    <a:pt x="2941819" y="808417"/>
                    <a:pt x="2948794" y="807417"/>
                    <a:pt x="2958167" y="805063"/>
                  </a:cubicBezTo>
                  <a:cubicBezTo>
                    <a:pt x="2959234" y="804796"/>
                    <a:pt x="2970917" y="800398"/>
                    <a:pt x="2967630" y="798754"/>
                  </a:cubicBezTo>
                  <a:cubicBezTo>
                    <a:pt x="2962743" y="796311"/>
                    <a:pt x="2949438" y="803774"/>
                    <a:pt x="2945551" y="805063"/>
                  </a:cubicBezTo>
                  <a:cubicBezTo>
                    <a:pt x="2920873" y="813303"/>
                    <a:pt x="2894862" y="822033"/>
                    <a:pt x="2872961" y="836626"/>
                  </a:cubicBezTo>
                  <a:cubicBezTo>
                    <a:pt x="2862432" y="843645"/>
                    <a:pt x="2848150" y="865902"/>
                    <a:pt x="2838243" y="846089"/>
                  </a:cubicBezTo>
                  <a:cubicBezTo>
                    <a:pt x="2832957" y="835538"/>
                    <a:pt x="2849749" y="823032"/>
                    <a:pt x="2854014" y="817701"/>
                  </a:cubicBezTo>
                  <a:cubicBezTo>
                    <a:pt x="2877292" y="788603"/>
                    <a:pt x="2907124" y="761971"/>
                    <a:pt x="2936088" y="738803"/>
                  </a:cubicBezTo>
                  <a:cubicBezTo>
                    <a:pt x="2951171" y="726720"/>
                    <a:pt x="2972650" y="721145"/>
                    <a:pt x="2986577" y="707240"/>
                  </a:cubicBezTo>
                  <a:cubicBezTo>
                    <a:pt x="2987621" y="706173"/>
                    <a:pt x="2984822" y="709927"/>
                    <a:pt x="2983423" y="710394"/>
                  </a:cubicBezTo>
                  <a:cubicBezTo>
                    <a:pt x="2976737" y="712615"/>
                    <a:pt x="2973761" y="713637"/>
                    <a:pt x="2967630" y="716702"/>
                  </a:cubicBezTo>
                  <a:cubicBezTo>
                    <a:pt x="2958590" y="721233"/>
                    <a:pt x="2951326" y="726520"/>
                    <a:pt x="2942397" y="732473"/>
                  </a:cubicBezTo>
                  <a:cubicBezTo>
                    <a:pt x="2940442" y="733783"/>
                    <a:pt x="2934756" y="734272"/>
                    <a:pt x="2932934" y="735627"/>
                  </a:cubicBezTo>
                  <a:cubicBezTo>
                    <a:pt x="2907501" y="754707"/>
                    <a:pt x="2885000" y="773677"/>
                    <a:pt x="2863499" y="798754"/>
                  </a:cubicBezTo>
                  <a:cubicBezTo>
                    <a:pt x="2857679" y="805529"/>
                    <a:pt x="2850371" y="810927"/>
                    <a:pt x="2844552" y="817701"/>
                  </a:cubicBezTo>
                  <a:cubicBezTo>
                    <a:pt x="2842441" y="820145"/>
                    <a:pt x="2838599" y="834760"/>
                    <a:pt x="2831935" y="830318"/>
                  </a:cubicBezTo>
                  <a:cubicBezTo>
                    <a:pt x="2827515" y="827364"/>
                    <a:pt x="2820518" y="817235"/>
                    <a:pt x="2822473" y="811371"/>
                  </a:cubicBezTo>
                  <a:cubicBezTo>
                    <a:pt x="2823517" y="808239"/>
                    <a:pt x="2827737" y="805063"/>
                    <a:pt x="2828781" y="801908"/>
                  </a:cubicBezTo>
                  <a:cubicBezTo>
                    <a:pt x="2838088" y="773965"/>
                    <a:pt x="2853237" y="747888"/>
                    <a:pt x="2869807" y="723010"/>
                  </a:cubicBezTo>
                  <a:cubicBezTo>
                    <a:pt x="2874449" y="716058"/>
                    <a:pt x="2881113" y="706862"/>
                    <a:pt x="2885578" y="700931"/>
                  </a:cubicBezTo>
                  <a:cubicBezTo>
                    <a:pt x="2888265" y="697355"/>
                    <a:pt x="2892375" y="695023"/>
                    <a:pt x="2895062" y="691447"/>
                  </a:cubicBezTo>
                  <a:cubicBezTo>
                    <a:pt x="2895684" y="690603"/>
                    <a:pt x="2895884" y="687648"/>
                    <a:pt x="2895062" y="688293"/>
                  </a:cubicBezTo>
                  <a:cubicBezTo>
                    <a:pt x="2870073" y="708284"/>
                    <a:pt x="2854858" y="739114"/>
                    <a:pt x="2838243" y="764036"/>
                  </a:cubicBezTo>
                  <a:cubicBezTo>
                    <a:pt x="2831779" y="773743"/>
                    <a:pt x="2829270" y="785383"/>
                    <a:pt x="2822473" y="795600"/>
                  </a:cubicBezTo>
                  <a:cubicBezTo>
                    <a:pt x="2821695" y="796755"/>
                    <a:pt x="2821007" y="805551"/>
                    <a:pt x="2816142" y="801908"/>
                  </a:cubicBezTo>
                  <a:cubicBezTo>
                    <a:pt x="2804281" y="793024"/>
                    <a:pt x="2801282" y="778008"/>
                    <a:pt x="2794063" y="767191"/>
                  </a:cubicBezTo>
                  <a:cubicBezTo>
                    <a:pt x="2774627" y="738026"/>
                    <a:pt x="2756613" y="707862"/>
                    <a:pt x="2737244" y="678830"/>
                  </a:cubicBezTo>
                  <a:cubicBezTo>
                    <a:pt x="2691376" y="610016"/>
                    <a:pt x="2633712" y="547689"/>
                    <a:pt x="2569985" y="486316"/>
                  </a:cubicBezTo>
                  <a:cubicBezTo>
                    <a:pt x="2564832" y="481363"/>
                    <a:pt x="2550572" y="472256"/>
                    <a:pt x="2544730" y="467369"/>
                  </a:cubicBezTo>
                  <a:cubicBezTo>
                    <a:pt x="2526072" y="451820"/>
                    <a:pt x="2510101" y="437449"/>
                    <a:pt x="2491087" y="423189"/>
                  </a:cubicBezTo>
                  <a:cubicBezTo>
                    <a:pt x="2489244" y="421812"/>
                    <a:pt x="2483557" y="421345"/>
                    <a:pt x="2481625" y="420035"/>
                  </a:cubicBezTo>
                  <a:cubicBezTo>
                    <a:pt x="2474539" y="415303"/>
                    <a:pt x="2472918" y="412149"/>
                    <a:pt x="2465832" y="407418"/>
                  </a:cubicBezTo>
                  <a:cubicBezTo>
                    <a:pt x="2460101" y="403575"/>
                    <a:pt x="2462322" y="418991"/>
                    <a:pt x="2456369" y="401110"/>
                  </a:cubicBezTo>
                  <a:cubicBezTo>
                    <a:pt x="2455037" y="397111"/>
                    <a:pt x="2457191" y="392602"/>
                    <a:pt x="2456369" y="388471"/>
                  </a:cubicBezTo>
                  <a:cubicBezTo>
                    <a:pt x="2454726" y="380252"/>
                    <a:pt x="2452282" y="368991"/>
                    <a:pt x="2450061" y="360084"/>
                  </a:cubicBezTo>
                  <a:cubicBezTo>
                    <a:pt x="2440887" y="323411"/>
                    <a:pt x="2417609" y="293491"/>
                    <a:pt x="2386934" y="265393"/>
                  </a:cubicBezTo>
                  <a:cubicBezTo>
                    <a:pt x="2382380" y="261217"/>
                    <a:pt x="2373584" y="258729"/>
                    <a:pt x="2368009" y="255930"/>
                  </a:cubicBezTo>
                  <a:cubicBezTo>
                    <a:pt x="2355614" y="249733"/>
                    <a:pt x="2347240" y="246801"/>
                    <a:pt x="2333291" y="243291"/>
                  </a:cubicBezTo>
                  <a:cubicBezTo>
                    <a:pt x="2331847" y="242936"/>
                    <a:pt x="2331603" y="240359"/>
                    <a:pt x="2330137" y="240137"/>
                  </a:cubicBezTo>
                  <a:cubicBezTo>
                    <a:pt x="2323873" y="239249"/>
                    <a:pt x="2317431" y="241048"/>
                    <a:pt x="2311190" y="240137"/>
                  </a:cubicBezTo>
                  <a:cubicBezTo>
                    <a:pt x="2302061" y="238849"/>
                    <a:pt x="2315877" y="232274"/>
                    <a:pt x="2301727" y="236983"/>
                  </a:cubicBezTo>
                  <a:cubicBezTo>
                    <a:pt x="2300306" y="237472"/>
                    <a:pt x="2300039" y="239893"/>
                    <a:pt x="2298573" y="240137"/>
                  </a:cubicBezTo>
                  <a:cubicBezTo>
                    <a:pt x="2278182" y="243536"/>
                    <a:pt x="2272452" y="238227"/>
                    <a:pt x="2257547" y="259084"/>
                  </a:cubicBezTo>
                  <a:cubicBezTo>
                    <a:pt x="2256325" y="260795"/>
                    <a:pt x="2258213" y="263393"/>
                    <a:pt x="2257547" y="265393"/>
                  </a:cubicBezTo>
                  <a:cubicBezTo>
                    <a:pt x="2252816" y="279564"/>
                    <a:pt x="2257281" y="296423"/>
                    <a:pt x="2263855" y="309573"/>
                  </a:cubicBezTo>
                  <a:cubicBezTo>
                    <a:pt x="2266921" y="315681"/>
                    <a:pt x="2267942" y="318680"/>
                    <a:pt x="2270164" y="325366"/>
                  </a:cubicBezTo>
                  <a:cubicBezTo>
                    <a:pt x="2270630" y="326765"/>
                    <a:pt x="2273784" y="327098"/>
                    <a:pt x="2273318" y="328520"/>
                  </a:cubicBezTo>
                  <a:cubicBezTo>
                    <a:pt x="2270075" y="338249"/>
                    <a:pt x="2257480" y="333229"/>
                    <a:pt x="2251239" y="331674"/>
                  </a:cubicBezTo>
                  <a:cubicBezTo>
                    <a:pt x="2247018" y="330608"/>
                    <a:pt x="2242820" y="329564"/>
                    <a:pt x="2238600" y="328520"/>
                  </a:cubicBezTo>
                  <a:cubicBezTo>
                    <a:pt x="2231181" y="326654"/>
                    <a:pt x="2223451" y="319346"/>
                    <a:pt x="2216521" y="315881"/>
                  </a:cubicBezTo>
                  <a:cubicBezTo>
                    <a:pt x="2210657" y="312971"/>
                    <a:pt x="2203438" y="312505"/>
                    <a:pt x="2197574" y="309573"/>
                  </a:cubicBezTo>
                  <a:cubicBezTo>
                    <a:pt x="2180915" y="301243"/>
                    <a:pt x="2164677" y="290204"/>
                    <a:pt x="2147085" y="284340"/>
                  </a:cubicBezTo>
                  <a:cubicBezTo>
                    <a:pt x="2079071" y="261661"/>
                    <a:pt x="2008836" y="242669"/>
                    <a:pt x="1948263" y="202265"/>
                  </a:cubicBezTo>
                  <a:cubicBezTo>
                    <a:pt x="1937135" y="194869"/>
                    <a:pt x="1921497" y="190759"/>
                    <a:pt x="1910391" y="183340"/>
                  </a:cubicBezTo>
                  <a:cubicBezTo>
                    <a:pt x="1888379" y="168680"/>
                    <a:pt x="1866100" y="156974"/>
                    <a:pt x="1844110" y="142314"/>
                  </a:cubicBezTo>
                  <a:cubicBezTo>
                    <a:pt x="1833959" y="135539"/>
                    <a:pt x="1819543" y="133296"/>
                    <a:pt x="1809392" y="126521"/>
                  </a:cubicBezTo>
                  <a:cubicBezTo>
                    <a:pt x="1795576" y="117325"/>
                    <a:pt x="1782648" y="111572"/>
                    <a:pt x="1768366" y="104442"/>
                  </a:cubicBezTo>
                  <a:cubicBezTo>
                    <a:pt x="1763079" y="101799"/>
                    <a:pt x="1758126" y="96823"/>
                    <a:pt x="1752573" y="94980"/>
                  </a:cubicBezTo>
                  <a:cubicBezTo>
                    <a:pt x="1735336" y="89227"/>
                    <a:pt x="1719343" y="81786"/>
                    <a:pt x="1702084" y="76033"/>
                  </a:cubicBezTo>
                  <a:cubicBezTo>
                    <a:pt x="1696553" y="74189"/>
                    <a:pt x="1691844" y="68414"/>
                    <a:pt x="1686313" y="66570"/>
                  </a:cubicBezTo>
                  <a:cubicBezTo>
                    <a:pt x="1658015" y="57130"/>
                    <a:pt x="1630227" y="48601"/>
                    <a:pt x="1601085" y="41315"/>
                  </a:cubicBezTo>
                  <a:cubicBezTo>
                    <a:pt x="1589934" y="38538"/>
                    <a:pt x="1577606" y="30942"/>
                    <a:pt x="1566367" y="28698"/>
                  </a:cubicBezTo>
                  <a:cubicBezTo>
                    <a:pt x="1546109" y="24633"/>
                    <a:pt x="1526851" y="23323"/>
                    <a:pt x="1506416" y="19236"/>
                  </a:cubicBezTo>
                  <a:cubicBezTo>
                    <a:pt x="1501352" y="18214"/>
                    <a:pt x="1492489" y="13749"/>
                    <a:pt x="1487469" y="12905"/>
                  </a:cubicBezTo>
                  <a:cubicBezTo>
                    <a:pt x="1482293" y="12039"/>
                    <a:pt x="1476896" y="13772"/>
                    <a:pt x="1471698" y="12905"/>
                  </a:cubicBezTo>
                  <a:cubicBezTo>
                    <a:pt x="1470232" y="12661"/>
                    <a:pt x="1470010" y="9973"/>
                    <a:pt x="1468544" y="9751"/>
                  </a:cubicBezTo>
                  <a:cubicBezTo>
                    <a:pt x="1462302" y="8863"/>
                    <a:pt x="1455861" y="10662"/>
                    <a:pt x="1449597" y="9751"/>
                  </a:cubicBezTo>
                  <a:cubicBezTo>
                    <a:pt x="1448131" y="9551"/>
                    <a:pt x="1447931" y="6753"/>
                    <a:pt x="1446443" y="6597"/>
                  </a:cubicBezTo>
                  <a:cubicBezTo>
                    <a:pt x="1437025" y="5664"/>
                    <a:pt x="1427473" y="7552"/>
                    <a:pt x="1418055" y="6597"/>
                  </a:cubicBezTo>
                  <a:cubicBezTo>
                    <a:pt x="1416567" y="6464"/>
                    <a:pt x="1416367" y="3532"/>
                    <a:pt x="1414879" y="3443"/>
                  </a:cubicBezTo>
                  <a:cubicBezTo>
                    <a:pt x="1362947" y="200"/>
                    <a:pt x="1312103" y="0"/>
                    <a:pt x="1260237" y="3443"/>
                  </a:cubicBezTo>
                  <a:cubicBezTo>
                    <a:pt x="1258771" y="3554"/>
                    <a:pt x="1258571" y="6442"/>
                    <a:pt x="1257083" y="6597"/>
                  </a:cubicBezTo>
                  <a:cubicBezTo>
                    <a:pt x="1248731" y="7530"/>
                    <a:pt x="1240202" y="5664"/>
                    <a:pt x="1231850" y="6597"/>
                  </a:cubicBezTo>
                  <a:cubicBezTo>
                    <a:pt x="1226341" y="7219"/>
                    <a:pt x="1215413" y="11972"/>
                    <a:pt x="1209748" y="12905"/>
                  </a:cubicBezTo>
                  <a:cubicBezTo>
                    <a:pt x="1204551" y="13772"/>
                    <a:pt x="1199153" y="12039"/>
                    <a:pt x="1193978" y="12905"/>
                  </a:cubicBezTo>
                  <a:cubicBezTo>
                    <a:pt x="1188958" y="13749"/>
                    <a:pt x="1180095" y="18214"/>
                    <a:pt x="1175031" y="19236"/>
                  </a:cubicBezTo>
                  <a:cubicBezTo>
                    <a:pt x="1153285" y="23567"/>
                    <a:pt x="1133205" y="26521"/>
                    <a:pt x="1111903" y="31852"/>
                  </a:cubicBezTo>
                  <a:cubicBezTo>
                    <a:pt x="1095755" y="35895"/>
                    <a:pt x="1080273" y="45557"/>
                    <a:pt x="1064569" y="50777"/>
                  </a:cubicBezTo>
                  <a:cubicBezTo>
                    <a:pt x="972188" y="81586"/>
                    <a:pt x="889314" y="129364"/>
                    <a:pt x="808928" y="189649"/>
                  </a:cubicBezTo>
                  <a:cubicBezTo>
                    <a:pt x="746422" y="236539"/>
                    <a:pt x="684294" y="291248"/>
                    <a:pt x="632206" y="353753"/>
                  </a:cubicBezTo>
                  <a:cubicBezTo>
                    <a:pt x="613215" y="376565"/>
                    <a:pt x="596600" y="402287"/>
                    <a:pt x="578542" y="426343"/>
                  </a:cubicBezTo>
                  <a:cubicBezTo>
                    <a:pt x="575632" y="430252"/>
                    <a:pt x="574965" y="438049"/>
                    <a:pt x="572233" y="442136"/>
                  </a:cubicBezTo>
                  <a:cubicBezTo>
                    <a:pt x="556707" y="465414"/>
                    <a:pt x="541069" y="491092"/>
                    <a:pt x="534361" y="517880"/>
                  </a:cubicBezTo>
                  <a:cubicBezTo>
                    <a:pt x="531896" y="527786"/>
                    <a:pt x="533317" y="532540"/>
                    <a:pt x="531207" y="543113"/>
                  </a:cubicBezTo>
                  <a:cubicBezTo>
                    <a:pt x="530918" y="544579"/>
                    <a:pt x="528142" y="544801"/>
                    <a:pt x="528053" y="546267"/>
                  </a:cubicBezTo>
                  <a:cubicBezTo>
                    <a:pt x="526942" y="567391"/>
                    <a:pt x="540647" y="599932"/>
                    <a:pt x="521745" y="609394"/>
                  </a:cubicBezTo>
                  <a:cubicBezTo>
                    <a:pt x="519857" y="610350"/>
                    <a:pt x="517436" y="608728"/>
                    <a:pt x="515436" y="609394"/>
                  </a:cubicBezTo>
                  <a:cubicBezTo>
                    <a:pt x="500754" y="614303"/>
                    <a:pt x="486738" y="618146"/>
                    <a:pt x="471256" y="622033"/>
                  </a:cubicBezTo>
                  <a:cubicBezTo>
                    <a:pt x="467569" y="622944"/>
                    <a:pt x="462282" y="627409"/>
                    <a:pt x="458617" y="628342"/>
                  </a:cubicBezTo>
                  <a:cubicBezTo>
                    <a:pt x="437938" y="633495"/>
                    <a:pt x="419346" y="638937"/>
                    <a:pt x="398666" y="644112"/>
                  </a:cubicBezTo>
                  <a:cubicBezTo>
                    <a:pt x="390137" y="646245"/>
                    <a:pt x="381807" y="653930"/>
                    <a:pt x="373411" y="656729"/>
                  </a:cubicBezTo>
                  <a:cubicBezTo>
                    <a:pt x="357374" y="662082"/>
                    <a:pt x="342047" y="667191"/>
                    <a:pt x="326077" y="672522"/>
                  </a:cubicBezTo>
                  <a:cubicBezTo>
                    <a:pt x="320523" y="674365"/>
                    <a:pt x="315837" y="680141"/>
                    <a:pt x="310284" y="681984"/>
                  </a:cubicBezTo>
                  <a:cubicBezTo>
                    <a:pt x="271323" y="694978"/>
                    <a:pt x="234562" y="715636"/>
                    <a:pt x="199822" y="738803"/>
                  </a:cubicBezTo>
                  <a:cubicBezTo>
                    <a:pt x="185339" y="748443"/>
                    <a:pt x="166303" y="756151"/>
                    <a:pt x="152487" y="767191"/>
                  </a:cubicBezTo>
                  <a:cubicBezTo>
                    <a:pt x="126233" y="788203"/>
                    <a:pt x="97601" y="811593"/>
                    <a:pt x="76743" y="836626"/>
                  </a:cubicBezTo>
                  <a:cubicBezTo>
                    <a:pt x="51421" y="867013"/>
                    <a:pt x="28565" y="892801"/>
                    <a:pt x="16792" y="928163"/>
                  </a:cubicBezTo>
                  <a:cubicBezTo>
                    <a:pt x="15815" y="931029"/>
                    <a:pt x="11195" y="934716"/>
                    <a:pt x="10462" y="937626"/>
                  </a:cubicBezTo>
                  <a:cubicBezTo>
                    <a:pt x="7708" y="948687"/>
                    <a:pt x="6930" y="958105"/>
                    <a:pt x="4154" y="969189"/>
                  </a:cubicBezTo>
                  <a:cubicBezTo>
                    <a:pt x="3798" y="970633"/>
                    <a:pt x="1066" y="970855"/>
                    <a:pt x="1000" y="972343"/>
                  </a:cubicBezTo>
                  <a:cubicBezTo>
                    <a:pt x="0" y="994400"/>
                    <a:pt x="1000" y="1016524"/>
                    <a:pt x="1000" y="1038625"/>
                  </a:cubicBezTo>
                  <a:close/>
                </a:path>
              </a:pathLst>
            </a:custGeom>
            <a:solidFill>
              <a:srgbClr val="1E201D"/>
            </a:solidFill>
            <a:ln w="0" cap="rnd">
              <a:noFill/>
              <a:round/>
            </a:ln>
          </p:spPr>
        </p:sp>
        <p:sp>
          <p:nvSpPr>
            <p:cNvPr id="41" name="LE rat nose White fur 3"/>
            <p:cNvSpPr/>
            <p:nvPr/>
          </p:nvSpPr>
          <p:spPr>
            <a:xfrm>
              <a:off x="7268946" y="4988624"/>
              <a:ext cx="28387" cy="15260"/>
            </a:xfrm>
            <a:custGeom>
              <a:avLst/>
              <a:gdLst/>
              <a:ahLst/>
              <a:cxnLst/>
              <a:rect l="0" t="0" r="r" b="b"/>
              <a:pathLst>
                <a:path w="28387" h="15260" fill="norm">
                  <a:moveTo>
                    <a:pt x="7974" y="0"/>
                  </a:moveTo>
                  <a:cubicBezTo>
                    <a:pt x="0" y="7952"/>
                    <a:pt x="6841" y="15260"/>
                    <a:pt x="17437" y="12617"/>
                  </a:cubicBezTo>
                  <a:cubicBezTo>
                    <a:pt x="28387" y="9884"/>
                    <a:pt x="13416" y="0"/>
                    <a:pt x="7974" y="0"/>
                  </a:cubicBezTo>
                  <a:close/>
                </a:path>
              </a:pathLst>
            </a:custGeom>
            <a:solidFill>
              <a:srgbClr val="F5F5F3"/>
            </a:solidFill>
            <a:ln w="0" cap="rnd">
              <a:noFill/>
              <a:round/>
            </a:ln>
          </p:spPr>
        </p:sp>
        <p:sp>
          <p:nvSpPr>
            <p:cNvPr id="42" name="LE rat nose White fur 4"/>
            <p:cNvSpPr/>
            <p:nvPr/>
          </p:nvSpPr>
          <p:spPr>
            <a:xfrm>
              <a:off x="5300759" y="4361482"/>
              <a:ext cx="1333937" cy="886893"/>
            </a:xfrm>
            <a:custGeom>
              <a:avLst/>
              <a:gdLst/>
              <a:ahLst/>
              <a:cxnLst/>
              <a:rect l="0" t="0" r="r" b="b"/>
              <a:pathLst>
                <a:path w="1333937" h="886893" fill="norm">
                  <a:moveTo>
                    <a:pt x="16282" y="336783"/>
                  </a:moveTo>
                  <a:cubicBezTo>
                    <a:pt x="16282" y="350710"/>
                    <a:pt x="33763" y="338760"/>
                    <a:pt x="38361" y="352554"/>
                  </a:cubicBezTo>
                  <a:cubicBezTo>
                    <a:pt x="38849" y="353975"/>
                    <a:pt x="35695" y="354308"/>
                    <a:pt x="35206" y="355730"/>
                  </a:cubicBezTo>
                  <a:cubicBezTo>
                    <a:pt x="32985" y="362394"/>
                    <a:pt x="31963" y="365392"/>
                    <a:pt x="28898" y="371501"/>
                  </a:cubicBezTo>
                  <a:cubicBezTo>
                    <a:pt x="22834" y="383651"/>
                    <a:pt x="16393" y="399488"/>
                    <a:pt x="13127" y="412527"/>
                  </a:cubicBezTo>
                  <a:cubicBezTo>
                    <a:pt x="3554" y="450776"/>
                    <a:pt x="0" y="494690"/>
                    <a:pt x="6819" y="535605"/>
                  </a:cubicBezTo>
                  <a:cubicBezTo>
                    <a:pt x="7374" y="539004"/>
                    <a:pt x="12261" y="544801"/>
                    <a:pt x="13127" y="548244"/>
                  </a:cubicBezTo>
                  <a:cubicBezTo>
                    <a:pt x="18436" y="569501"/>
                    <a:pt x="26211" y="589959"/>
                    <a:pt x="38361" y="608195"/>
                  </a:cubicBezTo>
                  <a:cubicBezTo>
                    <a:pt x="43469" y="615836"/>
                    <a:pt x="50067" y="622122"/>
                    <a:pt x="54154" y="630296"/>
                  </a:cubicBezTo>
                  <a:cubicBezTo>
                    <a:pt x="56863" y="635716"/>
                    <a:pt x="55820" y="643246"/>
                    <a:pt x="57308" y="649221"/>
                  </a:cubicBezTo>
                  <a:cubicBezTo>
                    <a:pt x="57663" y="650665"/>
                    <a:pt x="60284" y="650909"/>
                    <a:pt x="60462" y="652375"/>
                  </a:cubicBezTo>
                  <a:cubicBezTo>
                    <a:pt x="62372" y="667635"/>
                    <a:pt x="57641" y="694268"/>
                    <a:pt x="47845" y="706040"/>
                  </a:cubicBezTo>
                  <a:cubicBezTo>
                    <a:pt x="43070" y="711749"/>
                    <a:pt x="37783" y="717057"/>
                    <a:pt x="32052" y="721811"/>
                  </a:cubicBezTo>
                  <a:cubicBezTo>
                    <a:pt x="30409" y="723188"/>
                    <a:pt x="21679" y="718013"/>
                    <a:pt x="28898" y="728119"/>
                  </a:cubicBezTo>
                  <a:cubicBezTo>
                    <a:pt x="40138" y="743868"/>
                    <a:pt x="61439" y="756129"/>
                    <a:pt x="76233" y="765991"/>
                  </a:cubicBezTo>
                  <a:cubicBezTo>
                    <a:pt x="78765" y="767679"/>
                    <a:pt x="92070" y="781118"/>
                    <a:pt x="95180" y="778630"/>
                  </a:cubicBezTo>
                  <a:cubicBezTo>
                    <a:pt x="99822" y="774898"/>
                    <a:pt x="103154" y="769723"/>
                    <a:pt x="107796" y="765991"/>
                  </a:cubicBezTo>
                  <a:cubicBezTo>
                    <a:pt x="111928" y="762704"/>
                    <a:pt x="118436" y="764125"/>
                    <a:pt x="123589" y="762837"/>
                  </a:cubicBezTo>
                  <a:cubicBezTo>
                    <a:pt x="134162" y="760194"/>
                    <a:pt x="147334" y="760527"/>
                    <a:pt x="158307" y="765991"/>
                  </a:cubicBezTo>
                  <a:cubicBezTo>
                    <a:pt x="173145" y="773432"/>
                    <a:pt x="186561" y="786293"/>
                    <a:pt x="196179" y="800709"/>
                  </a:cubicBezTo>
                  <a:cubicBezTo>
                    <a:pt x="202443" y="810105"/>
                    <a:pt x="204931" y="822899"/>
                    <a:pt x="211950" y="832273"/>
                  </a:cubicBezTo>
                  <a:cubicBezTo>
                    <a:pt x="219013" y="841691"/>
                    <a:pt x="227565" y="844845"/>
                    <a:pt x="237205" y="848066"/>
                  </a:cubicBezTo>
                  <a:cubicBezTo>
                    <a:pt x="245890" y="850953"/>
                    <a:pt x="253420" y="858417"/>
                    <a:pt x="262438" y="860682"/>
                  </a:cubicBezTo>
                  <a:cubicBezTo>
                    <a:pt x="275366" y="863903"/>
                    <a:pt x="287027" y="864325"/>
                    <a:pt x="300310" y="866990"/>
                  </a:cubicBezTo>
                  <a:cubicBezTo>
                    <a:pt x="301776" y="867279"/>
                    <a:pt x="301998" y="869967"/>
                    <a:pt x="303464" y="870145"/>
                  </a:cubicBezTo>
                  <a:cubicBezTo>
                    <a:pt x="310772" y="871055"/>
                    <a:pt x="318258" y="869234"/>
                    <a:pt x="325566" y="870145"/>
                  </a:cubicBezTo>
                  <a:cubicBezTo>
                    <a:pt x="327054" y="870322"/>
                    <a:pt x="327232" y="873188"/>
                    <a:pt x="328720" y="873299"/>
                  </a:cubicBezTo>
                  <a:cubicBezTo>
                    <a:pt x="341336" y="874365"/>
                    <a:pt x="354575" y="872455"/>
                    <a:pt x="366592" y="876453"/>
                  </a:cubicBezTo>
                  <a:cubicBezTo>
                    <a:pt x="384317" y="882361"/>
                    <a:pt x="364393" y="873765"/>
                    <a:pt x="376054" y="873299"/>
                  </a:cubicBezTo>
                  <a:cubicBezTo>
                    <a:pt x="401287" y="872299"/>
                    <a:pt x="426587" y="872299"/>
                    <a:pt x="451798" y="873299"/>
                  </a:cubicBezTo>
                  <a:cubicBezTo>
                    <a:pt x="453286" y="873365"/>
                    <a:pt x="453486" y="876386"/>
                    <a:pt x="454952" y="876453"/>
                  </a:cubicBezTo>
                  <a:cubicBezTo>
                    <a:pt x="478075" y="877475"/>
                    <a:pt x="501265" y="877475"/>
                    <a:pt x="524388" y="876453"/>
                  </a:cubicBezTo>
                  <a:cubicBezTo>
                    <a:pt x="525876" y="876386"/>
                    <a:pt x="526076" y="873521"/>
                    <a:pt x="527542" y="873299"/>
                  </a:cubicBezTo>
                  <a:cubicBezTo>
                    <a:pt x="533806" y="872410"/>
                    <a:pt x="540248" y="874187"/>
                    <a:pt x="546489" y="873299"/>
                  </a:cubicBezTo>
                  <a:cubicBezTo>
                    <a:pt x="547955" y="873099"/>
                    <a:pt x="548177" y="870367"/>
                    <a:pt x="549643" y="870145"/>
                  </a:cubicBezTo>
                  <a:cubicBezTo>
                    <a:pt x="565459" y="867879"/>
                    <a:pt x="570123" y="869834"/>
                    <a:pt x="584361" y="866990"/>
                  </a:cubicBezTo>
                  <a:cubicBezTo>
                    <a:pt x="588337" y="866191"/>
                    <a:pt x="596311" y="861038"/>
                    <a:pt x="600132" y="860682"/>
                  </a:cubicBezTo>
                  <a:cubicBezTo>
                    <a:pt x="610616" y="859727"/>
                    <a:pt x="621234" y="861637"/>
                    <a:pt x="631696" y="860682"/>
                  </a:cubicBezTo>
                  <a:cubicBezTo>
                    <a:pt x="633184" y="860549"/>
                    <a:pt x="633406" y="857883"/>
                    <a:pt x="634850" y="857528"/>
                  </a:cubicBezTo>
                  <a:cubicBezTo>
                    <a:pt x="646667" y="854574"/>
                    <a:pt x="657751" y="854174"/>
                    <a:pt x="669568" y="851220"/>
                  </a:cubicBezTo>
                  <a:cubicBezTo>
                    <a:pt x="673233" y="850287"/>
                    <a:pt x="678519" y="845822"/>
                    <a:pt x="682184" y="844889"/>
                  </a:cubicBezTo>
                  <a:cubicBezTo>
                    <a:pt x="710305" y="837870"/>
                    <a:pt x="736271" y="829807"/>
                    <a:pt x="764259" y="822810"/>
                  </a:cubicBezTo>
                  <a:cubicBezTo>
                    <a:pt x="771255" y="821055"/>
                    <a:pt x="779296" y="814747"/>
                    <a:pt x="786338" y="813348"/>
                  </a:cubicBezTo>
                  <a:cubicBezTo>
                    <a:pt x="798155" y="810971"/>
                    <a:pt x="802930" y="812548"/>
                    <a:pt x="814747" y="810194"/>
                  </a:cubicBezTo>
                  <a:cubicBezTo>
                    <a:pt x="816213" y="809883"/>
                    <a:pt x="816413" y="807106"/>
                    <a:pt x="817901" y="807017"/>
                  </a:cubicBezTo>
                  <a:cubicBezTo>
                    <a:pt x="839980" y="806018"/>
                    <a:pt x="862104" y="806018"/>
                    <a:pt x="884183" y="807017"/>
                  </a:cubicBezTo>
                  <a:cubicBezTo>
                    <a:pt x="885671" y="807106"/>
                    <a:pt x="885871" y="809883"/>
                    <a:pt x="887337" y="810194"/>
                  </a:cubicBezTo>
                  <a:cubicBezTo>
                    <a:pt x="891468" y="811015"/>
                    <a:pt x="895822" y="809350"/>
                    <a:pt x="899954" y="810194"/>
                  </a:cubicBezTo>
                  <a:cubicBezTo>
                    <a:pt x="904352" y="811060"/>
                    <a:pt x="911304" y="815391"/>
                    <a:pt x="915746" y="816502"/>
                  </a:cubicBezTo>
                  <a:cubicBezTo>
                    <a:pt x="948798" y="824765"/>
                    <a:pt x="978452" y="837404"/>
                    <a:pt x="1010415" y="848066"/>
                  </a:cubicBezTo>
                  <a:cubicBezTo>
                    <a:pt x="1013569" y="849110"/>
                    <a:pt x="1016746" y="853330"/>
                    <a:pt x="1019878" y="854374"/>
                  </a:cubicBezTo>
                  <a:cubicBezTo>
                    <a:pt x="1039802" y="860993"/>
                    <a:pt x="1059171" y="864969"/>
                    <a:pt x="1079851" y="870145"/>
                  </a:cubicBezTo>
                  <a:cubicBezTo>
                    <a:pt x="1084182" y="871233"/>
                    <a:pt x="1091357" y="875742"/>
                    <a:pt x="1095622" y="876453"/>
                  </a:cubicBezTo>
                  <a:cubicBezTo>
                    <a:pt x="1100819" y="877319"/>
                    <a:pt x="1106217" y="875587"/>
                    <a:pt x="1111415" y="876453"/>
                  </a:cubicBezTo>
                  <a:cubicBezTo>
                    <a:pt x="1112881" y="876697"/>
                    <a:pt x="1113103" y="879363"/>
                    <a:pt x="1114569" y="879607"/>
                  </a:cubicBezTo>
                  <a:cubicBezTo>
                    <a:pt x="1119766" y="880473"/>
                    <a:pt x="1125164" y="878741"/>
                    <a:pt x="1130340" y="879607"/>
                  </a:cubicBezTo>
                  <a:cubicBezTo>
                    <a:pt x="1131806" y="879851"/>
                    <a:pt x="1132028" y="882650"/>
                    <a:pt x="1133494" y="882761"/>
                  </a:cubicBezTo>
                  <a:cubicBezTo>
                    <a:pt x="1145044" y="883739"/>
                    <a:pt x="1156683" y="881806"/>
                    <a:pt x="1168211" y="882761"/>
                  </a:cubicBezTo>
                  <a:cubicBezTo>
                    <a:pt x="1169700" y="882895"/>
                    <a:pt x="1169900" y="885804"/>
                    <a:pt x="1171366" y="885938"/>
                  </a:cubicBezTo>
                  <a:cubicBezTo>
                    <a:pt x="1182916" y="886893"/>
                    <a:pt x="1194555" y="886893"/>
                    <a:pt x="1206083" y="885938"/>
                  </a:cubicBezTo>
                  <a:cubicBezTo>
                    <a:pt x="1207572" y="885804"/>
                    <a:pt x="1207772" y="882895"/>
                    <a:pt x="1209238" y="882761"/>
                  </a:cubicBezTo>
                  <a:cubicBezTo>
                    <a:pt x="1220788" y="881806"/>
                    <a:pt x="1232427" y="883739"/>
                    <a:pt x="1243955" y="882761"/>
                  </a:cubicBezTo>
                  <a:cubicBezTo>
                    <a:pt x="1245444" y="882650"/>
                    <a:pt x="1245644" y="879851"/>
                    <a:pt x="1247110" y="879607"/>
                  </a:cubicBezTo>
                  <a:cubicBezTo>
                    <a:pt x="1252307" y="878741"/>
                    <a:pt x="1257705" y="880473"/>
                    <a:pt x="1262903" y="879607"/>
                  </a:cubicBezTo>
                  <a:cubicBezTo>
                    <a:pt x="1264369" y="879363"/>
                    <a:pt x="1264591" y="876742"/>
                    <a:pt x="1266057" y="876453"/>
                  </a:cubicBezTo>
                  <a:cubicBezTo>
                    <a:pt x="1266301" y="876409"/>
                    <a:pt x="1283316" y="876675"/>
                    <a:pt x="1284982" y="873299"/>
                  </a:cubicBezTo>
                  <a:cubicBezTo>
                    <a:pt x="1288424" y="866413"/>
                    <a:pt x="1281605" y="865080"/>
                    <a:pt x="1278673" y="860682"/>
                  </a:cubicBezTo>
                  <a:cubicBezTo>
                    <a:pt x="1272565" y="851509"/>
                    <a:pt x="1266368" y="836404"/>
                    <a:pt x="1262903" y="825964"/>
                  </a:cubicBezTo>
                  <a:cubicBezTo>
                    <a:pt x="1258282" y="812126"/>
                    <a:pt x="1256394" y="799732"/>
                    <a:pt x="1253440" y="784938"/>
                  </a:cubicBezTo>
                  <a:cubicBezTo>
                    <a:pt x="1253129" y="783472"/>
                    <a:pt x="1250530" y="783250"/>
                    <a:pt x="1250264" y="781784"/>
                  </a:cubicBezTo>
                  <a:cubicBezTo>
                    <a:pt x="1249420" y="776586"/>
                    <a:pt x="1251130" y="771189"/>
                    <a:pt x="1250264" y="765991"/>
                  </a:cubicBezTo>
                  <a:cubicBezTo>
                    <a:pt x="1250019" y="764525"/>
                    <a:pt x="1247287" y="764325"/>
                    <a:pt x="1247110" y="762837"/>
                  </a:cubicBezTo>
                  <a:cubicBezTo>
                    <a:pt x="1246199" y="754485"/>
                    <a:pt x="1249153" y="745756"/>
                    <a:pt x="1247110" y="737604"/>
                  </a:cubicBezTo>
                  <a:cubicBezTo>
                    <a:pt x="1246599" y="735560"/>
                    <a:pt x="1242689" y="738537"/>
                    <a:pt x="1240801" y="737604"/>
                  </a:cubicBezTo>
                  <a:cubicBezTo>
                    <a:pt x="1222832" y="728608"/>
                    <a:pt x="1233382" y="697711"/>
                    <a:pt x="1234493" y="677631"/>
                  </a:cubicBezTo>
                  <a:cubicBezTo>
                    <a:pt x="1234582" y="676142"/>
                    <a:pt x="1237403" y="675943"/>
                    <a:pt x="1237647" y="674476"/>
                  </a:cubicBezTo>
                  <a:cubicBezTo>
                    <a:pt x="1238513" y="669279"/>
                    <a:pt x="1236781" y="663881"/>
                    <a:pt x="1237647" y="658706"/>
                  </a:cubicBezTo>
                  <a:cubicBezTo>
                    <a:pt x="1238247" y="655174"/>
                    <a:pt x="1242778" y="649621"/>
                    <a:pt x="1243955" y="646067"/>
                  </a:cubicBezTo>
                  <a:cubicBezTo>
                    <a:pt x="1245799" y="640558"/>
                    <a:pt x="1245288" y="635805"/>
                    <a:pt x="1247110" y="630296"/>
                  </a:cubicBezTo>
                  <a:cubicBezTo>
                    <a:pt x="1251530" y="617080"/>
                    <a:pt x="1261348" y="604219"/>
                    <a:pt x="1269211" y="592424"/>
                  </a:cubicBezTo>
                  <a:cubicBezTo>
                    <a:pt x="1270499" y="590470"/>
                    <a:pt x="1270988" y="584783"/>
                    <a:pt x="1272365" y="582962"/>
                  </a:cubicBezTo>
                  <a:cubicBezTo>
                    <a:pt x="1286092" y="564659"/>
                    <a:pt x="1297887" y="547844"/>
                    <a:pt x="1310237" y="529297"/>
                  </a:cubicBezTo>
                  <a:cubicBezTo>
                    <a:pt x="1315057" y="522056"/>
                    <a:pt x="1316967" y="512304"/>
                    <a:pt x="1319699" y="504042"/>
                  </a:cubicBezTo>
                  <a:cubicBezTo>
                    <a:pt x="1323320" y="493246"/>
                    <a:pt x="1326274" y="484095"/>
                    <a:pt x="1329184" y="472500"/>
                  </a:cubicBezTo>
                  <a:cubicBezTo>
                    <a:pt x="1329539" y="471056"/>
                    <a:pt x="1332249" y="470812"/>
                    <a:pt x="1332338" y="469346"/>
                  </a:cubicBezTo>
                  <a:cubicBezTo>
                    <a:pt x="1333937" y="438671"/>
                    <a:pt x="1332760" y="411039"/>
                    <a:pt x="1326008" y="384117"/>
                  </a:cubicBezTo>
                  <a:cubicBezTo>
                    <a:pt x="1325297" y="381207"/>
                    <a:pt x="1320677" y="377542"/>
                    <a:pt x="1319699" y="374655"/>
                  </a:cubicBezTo>
                  <a:cubicBezTo>
                    <a:pt x="1311725" y="350688"/>
                    <a:pt x="1300819" y="332651"/>
                    <a:pt x="1284982" y="311528"/>
                  </a:cubicBezTo>
                  <a:cubicBezTo>
                    <a:pt x="1244066" y="256974"/>
                    <a:pt x="1189469" y="209973"/>
                    <a:pt x="1133494" y="172678"/>
                  </a:cubicBezTo>
                  <a:cubicBezTo>
                    <a:pt x="1115368" y="160595"/>
                    <a:pt x="1095333" y="150377"/>
                    <a:pt x="1076697" y="137961"/>
                  </a:cubicBezTo>
                  <a:cubicBezTo>
                    <a:pt x="1070477" y="133807"/>
                    <a:pt x="1060815" y="132630"/>
                    <a:pt x="1054596" y="128498"/>
                  </a:cubicBezTo>
                  <a:cubicBezTo>
                    <a:pt x="1014924" y="102043"/>
                    <a:pt x="969767" y="83385"/>
                    <a:pt x="925209" y="68525"/>
                  </a:cubicBezTo>
                  <a:cubicBezTo>
                    <a:pt x="919656" y="66681"/>
                    <a:pt x="914969" y="60906"/>
                    <a:pt x="909416" y="59063"/>
                  </a:cubicBezTo>
                  <a:cubicBezTo>
                    <a:pt x="880051" y="49267"/>
                    <a:pt x="851442" y="41404"/>
                    <a:pt x="821055" y="33807"/>
                  </a:cubicBezTo>
                  <a:cubicBezTo>
                    <a:pt x="813148" y="31830"/>
                    <a:pt x="803863" y="25944"/>
                    <a:pt x="795800" y="24345"/>
                  </a:cubicBezTo>
                  <a:cubicBezTo>
                    <a:pt x="791691" y="23523"/>
                    <a:pt x="787315" y="25167"/>
                    <a:pt x="783183" y="24345"/>
                  </a:cubicBezTo>
                  <a:cubicBezTo>
                    <a:pt x="773721" y="22457"/>
                    <a:pt x="761193" y="16459"/>
                    <a:pt x="751620" y="14882"/>
                  </a:cubicBezTo>
                  <a:cubicBezTo>
                    <a:pt x="746444" y="14016"/>
                    <a:pt x="741047" y="15749"/>
                    <a:pt x="735849" y="14882"/>
                  </a:cubicBezTo>
                  <a:cubicBezTo>
                    <a:pt x="730163" y="13927"/>
                    <a:pt x="719345" y="9263"/>
                    <a:pt x="713748" y="8552"/>
                  </a:cubicBezTo>
                  <a:cubicBezTo>
                    <a:pt x="706440" y="7641"/>
                    <a:pt x="698977" y="9485"/>
                    <a:pt x="691669" y="8552"/>
                  </a:cubicBezTo>
                  <a:cubicBezTo>
                    <a:pt x="690181" y="8374"/>
                    <a:pt x="689981" y="5531"/>
                    <a:pt x="688515" y="5398"/>
                  </a:cubicBezTo>
                  <a:cubicBezTo>
                    <a:pt x="678030" y="4442"/>
                    <a:pt x="667413" y="6353"/>
                    <a:pt x="656951" y="5398"/>
                  </a:cubicBezTo>
                  <a:cubicBezTo>
                    <a:pt x="655463" y="5264"/>
                    <a:pt x="655285" y="2310"/>
                    <a:pt x="653797" y="2243"/>
                  </a:cubicBezTo>
                  <a:cubicBezTo>
                    <a:pt x="592935" y="0"/>
                    <a:pt x="530452" y="3554"/>
                    <a:pt x="473899" y="14882"/>
                  </a:cubicBezTo>
                  <a:cubicBezTo>
                    <a:pt x="444024" y="20857"/>
                    <a:pt x="414348" y="33674"/>
                    <a:pt x="385539" y="43270"/>
                  </a:cubicBezTo>
                  <a:cubicBezTo>
                    <a:pt x="379986" y="45113"/>
                    <a:pt x="375299" y="50888"/>
                    <a:pt x="369746" y="52754"/>
                  </a:cubicBezTo>
                  <a:cubicBezTo>
                    <a:pt x="353420" y="58196"/>
                    <a:pt x="333584" y="65282"/>
                    <a:pt x="319257" y="74833"/>
                  </a:cubicBezTo>
                  <a:cubicBezTo>
                    <a:pt x="293002" y="92337"/>
                    <a:pt x="266992" y="107574"/>
                    <a:pt x="240359" y="125344"/>
                  </a:cubicBezTo>
                  <a:cubicBezTo>
                    <a:pt x="238405" y="126632"/>
                    <a:pt x="232718" y="127121"/>
                    <a:pt x="230897" y="128498"/>
                  </a:cubicBezTo>
                  <a:cubicBezTo>
                    <a:pt x="185650" y="162416"/>
                    <a:pt x="141959" y="197023"/>
                    <a:pt x="98334" y="235784"/>
                  </a:cubicBezTo>
                  <a:cubicBezTo>
                    <a:pt x="88871" y="244202"/>
                    <a:pt x="81608" y="254820"/>
                    <a:pt x="73078" y="264193"/>
                  </a:cubicBezTo>
                  <a:cubicBezTo>
                    <a:pt x="53820" y="285384"/>
                    <a:pt x="45491" y="290470"/>
                    <a:pt x="32052" y="308373"/>
                  </a:cubicBezTo>
                  <a:cubicBezTo>
                    <a:pt x="26122" y="316303"/>
                    <a:pt x="23701" y="329364"/>
                    <a:pt x="16282" y="336783"/>
                  </a:cubicBezTo>
                  <a:close/>
                </a:path>
              </a:pathLst>
            </a:custGeom>
            <a:solidFill>
              <a:srgbClr val="F5F5F3"/>
            </a:solidFill>
            <a:ln w="0" cap="rnd">
              <a:noFill/>
              <a:round/>
            </a:ln>
          </p:spPr>
        </p:sp>
        <p:sp>
          <p:nvSpPr>
            <p:cNvPr id="43" name="LE rat nose Skin 5"/>
            <p:cNvSpPr/>
            <p:nvPr/>
          </p:nvSpPr>
          <p:spPr>
            <a:xfrm>
              <a:off x="7486094" y="5181138"/>
              <a:ext cx="55153" cy="89938"/>
            </a:xfrm>
            <a:custGeom>
              <a:avLst/>
              <a:gdLst/>
              <a:ahLst/>
              <a:cxnLst/>
              <a:rect l="0" t="0" r="r" b="b"/>
              <a:pathLst>
                <a:path w="55153" h="89938" fill="norm">
                  <a:moveTo>
                    <a:pt x="18059" y="0"/>
                  </a:moveTo>
                  <a:cubicBezTo>
                    <a:pt x="0" y="18059"/>
                    <a:pt x="3021" y="23056"/>
                    <a:pt x="5420" y="56797"/>
                  </a:cubicBezTo>
                  <a:cubicBezTo>
                    <a:pt x="5531" y="58285"/>
                    <a:pt x="8219" y="58507"/>
                    <a:pt x="8574" y="59951"/>
                  </a:cubicBezTo>
                  <a:cubicBezTo>
                    <a:pt x="10928" y="69325"/>
                    <a:pt x="10418" y="89938"/>
                    <a:pt x="30675" y="78898"/>
                  </a:cubicBezTo>
                  <a:cubicBezTo>
                    <a:pt x="51866" y="67348"/>
                    <a:pt x="55153" y="49778"/>
                    <a:pt x="52776" y="28410"/>
                  </a:cubicBezTo>
                  <a:cubicBezTo>
                    <a:pt x="52399" y="25189"/>
                    <a:pt x="44580" y="17681"/>
                    <a:pt x="43292" y="15771"/>
                  </a:cubicBezTo>
                  <a:cubicBezTo>
                    <a:pt x="34473" y="2532"/>
                    <a:pt x="34163" y="0"/>
                    <a:pt x="18059" y="0"/>
                  </a:cubicBezTo>
                  <a:close/>
                </a:path>
              </a:pathLst>
            </a:custGeom>
            <a:solidFill>
              <a:srgbClr val="E3D5D3"/>
            </a:solidFill>
            <a:ln w="0" cap="rnd">
              <a:noFill/>
              <a:round/>
            </a:ln>
          </p:spPr>
        </p:sp>
        <p:sp>
          <p:nvSpPr>
            <p:cNvPr id="44" name="LE rat nose Skin 6"/>
            <p:cNvSpPr/>
            <p:nvPr/>
          </p:nvSpPr>
          <p:spPr>
            <a:xfrm>
              <a:off x="6610996" y="5175629"/>
              <a:ext cx="355152" cy="176210"/>
            </a:xfrm>
            <a:custGeom>
              <a:avLst/>
              <a:gdLst/>
              <a:ahLst/>
              <a:cxnLst/>
              <a:rect l="0" t="0" r="r" b="b"/>
              <a:pathLst>
                <a:path w="355152" h="176210" fill="norm">
                  <a:moveTo>
                    <a:pt x="0" y="65460"/>
                  </a:moveTo>
                  <a:cubicBezTo>
                    <a:pt x="0" y="76477"/>
                    <a:pt x="8219" y="79365"/>
                    <a:pt x="15771" y="84407"/>
                  </a:cubicBezTo>
                  <a:cubicBezTo>
                    <a:pt x="29609" y="93625"/>
                    <a:pt x="42514" y="99356"/>
                    <a:pt x="56819" y="106486"/>
                  </a:cubicBezTo>
                  <a:cubicBezTo>
                    <a:pt x="72279" y="114238"/>
                    <a:pt x="85184" y="121768"/>
                    <a:pt x="97845" y="138049"/>
                  </a:cubicBezTo>
                  <a:cubicBezTo>
                    <a:pt x="101688" y="143025"/>
                    <a:pt x="99955" y="156463"/>
                    <a:pt x="107308" y="160151"/>
                  </a:cubicBezTo>
                  <a:cubicBezTo>
                    <a:pt x="113083" y="163038"/>
                    <a:pt x="122123" y="168280"/>
                    <a:pt x="129387" y="166459"/>
                  </a:cubicBezTo>
                  <a:cubicBezTo>
                    <a:pt x="133451" y="165459"/>
                    <a:pt x="141426" y="153998"/>
                    <a:pt x="145180" y="156997"/>
                  </a:cubicBezTo>
                  <a:cubicBezTo>
                    <a:pt x="151132" y="161750"/>
                    <a:pt x="163260" y="176210"/>
                    <a:pt x="173589" y="172767"/>
                  </a:cubicBezTo>
                  <a:cubicBezTo>
                    <a:pt x="178965" y="170990"/>
                    <a:pt x="183896" y="164660"/>
                    <a:pt x="189360" y="163305"/>
                  </a:cubicBezTo>
                  <a:cubicBezTo>
                    <a:pt x="208685" y="158485"/>
                    <a:pt x="192647" y="163349"/>
                    <a:pt x="201976" y="166459"/>
                  </a:cubicBezTo>
                  <a:cubicBezTo>
                    <a:pt x="206219" y="167881"/>
                    <a:pt x="222056" y="161061"/>
                    <a:pt x="224078" y="156997"/>
                  </a:cubicBezTo>
                  <a:cubicBezTo>
                    <a:pt x="229675" y="145779"/>
                    <a:pt x="230475" y="138405"/>
                    <a:pt x="227232" y="125433"/>
                  </a:cubicBezTo>
                  <a:cubicBezTo>
                    <a:pt x="226210" y="121346"/>
                    <a:pt x="223234" y="111484"/>
                    <a:pt x="227232" y="112816"/>
                  </a:cubicBezTo>
                  <a:cubicBezTo>
                    <a:pt x="241048" y="117414"/>
                    <a:pt x="231163" y="138205"/>
                    <a:pt x="246179" y="141204"/>
                  </a:cubicBezTo>
                  <a:cubicBezTo>
                    <a:pt x="250288" y="142048"/>
                    <a:pt x="254664" y="142048"/>
                    <a:pt x="258796" y="141204"/>
                  </a:cubicBezTo>
                  <a:cubicBezTo>
                    <a:pt x="263860" y="140204"/>
                    <a:pt x="267725" y="131475"/>
                    <a:pt x="274566" y="134895"/>
                  </a:cubicBezTo>
                  <a:cubicBezTo>
                    <a:pt x="277210" y="136228"/>
                    <a:pt x="283518" y="143847"/>
                    <a:pt x="287205" y="144358"/>
                  </a:cubicBezTo>
                  <a:cubicBezTo>
                    <a:pt x="316703" y="148578"/>
                    <a:pt x="297356" y="145846"/>
                    <a:pt x="315592" y="134895"/>
                  </a:cubicBezTo>
                  <a:cubicBezTo>
                    <a:pt x="323700" y="130053"/>
                    <a:pt x="320213" y="136850"/>
                    <a:pt x="325077" y="138049"/>
                  </a:cubicBezTo>
                  <a:cubicBezTo>
                    <a:pt x="334362" y="140382"/>
                    <a:pt x="349000" y="131563"/>
                    <a:pt x="350310" y="122279"/>
                  </a:cubicBezTo>
                  <a:cubicBezTo>
                    <a:pt x="355152" y="88472"/>
                    <a:pt x="323611" y="70857"/>
                    <a:pt x="296667" y="65460"/>
                  </a:cubicBezTo>
                  <a:cubicBezTo>
                    <a:pt x="292536" y="64638"/>
                    <a:pt x="288160" y="66304"/>
                    <a:pt x="284051" y="65460"/>
                  </a:cubicBezTo>
                  <a:cubicBezTo>
                    <a:pt x="272967" y="63261"/>
                    <a:pt x="260417" y="56553"/>
                    <a:pt x="249333" y="52843"/>
                  </a:cubicBezTo>
                  <a:cubicBezTo>
                    <a:pt x="244602" y="51266"/>
                    <a:pt x="240937" y="46202"/>
                    <a:pt x="236694" y="43381"/>
                  </a:cubicBezTo>
                  <a:cubicBezTo>
                    <a:pt x="229586" y="38627"/>
                    <a:pt x="217880" y="33096"/>
                    <a:pt x="211461" y="27588"/>
                  </a:cubicBezTo>
                  <a:cubicBezTo>
                    <a:pt x="204686" y="21790"/>
                    <a:pt x="198334" y="15438"/>
                    <a:pt x="192514" y="8663"/>
                  </a:cubicBezTo>
                  <a:cubicBezTo>
                    <a:pt x="187627" y="2954"/>
                    <a:pt x="200177" y="7752"/>
                    <a:pt x="189360" y="2355"/>
                  </a:cubicBezTo>
                  <a:cubicBezTo>
                    <a:pt x="184651" y="0"/>
                    <a:pt x="181563" y="9751"/>
                    <a:pt x="176743" y="11817"/>
                  </a:cubicBezTo>
                  <a:cubicBezTo>
                    <a:pt x="172878" y="13483"/>
                    <a:pt x="168236" y="10995"/>
                    <a:pt x="164104" y="11817"/>
                  </a:cubicBezTo>
                  <a:cubicBezTo>
                    <a:pt x="157330" y="13172"/>
                    <a:pt x="164260" y="21701"/>
                    <a:pt x="154642" y="24434"/>
                  </a:cubicBezTo>
                  <a:cubicBezTo>
                    <a:pt x="149578" y="25877"/>
                    <a:pt x="143780" y="22590"/>
                    <a:pt x="138871" y="24434"/>
                  </a:cubicBezTo>
                  <a:cubicBezTo>
                    <a:pt x="134695" y="26011"/>
                    <a:pt x="133496" y="32141"/>
                    <a:pt x="129387" y="33918"/>
                  </a:cubicBezTo>
                  <a:cubicBezTo>
                    <a:pt x="122479" y="36872"/>
                    <a:pt x="117214" y="29876"/>
                    <a:pt x="113616" y="37072"/>
                  </a:cubicBezTo>
                  <a:cubicBezTo>
                    <a:pt x="111261" y="41759"/>
                    <a:pt x="120724" y="44980"/>
                    <a:pt x="123078" y="49689"/>
                  </a:cubicBezTo>
                  <a:cubicBezTo>
                    <a:pt x="126033" y="55597"/>
                    <a:pt x="110462" y="49689"/>
                    <a:pt x="110462" y="49689"/>
                  </a:cubicBezTo>
                  <a:cubicBezTo>
                    <a:pt x="104620" y="44824"/>
                    <a:pt x="98889" y="30409"/>
                    <a:pt x="88361" y="33918"/>
                  </a:cubicBezTo>
                  <a:cubicBezTo>
                    <a:pt x="82830" y="35762"/>
                    <a:pt x="78121" y="41537"/>
                    <a:pt x="72590" y="43381"/>
                  </a:cubicBezTo>
                  <a:cubicBezTo>
                    <a:pt x="54509" y="49400"/>
                    <a:pt x="37716" y="54465"/>
                    <a:pt x="18947" y="59151"/>
                  </a:cubicBezTo>
                  <a:cubicBezTo>
                    <a:pt x="12328" y="60817"/>
                    <a:pt x="7752" y="65460"/>
                    <a:pt x="0" y="65460"/>
                  </a:cubicBezTo>
                  <a:close/>
                </a:path>
              </a:pathLst>
            </a:custGeom>
            <a:solidFill>
              <a:srgbClr val="E3D5D3"/>
            </a:solidFill>
            <a:ln w="0" cap="rnd">
              <a:noFill/>
              <a:round/>
            </a:ln>
          </p:spPr>
        </p:sp>
        <p:sp>
          <p:nvSpPr>
            <p:cNvPr id="45" name="LE rat nose Skin 7"/>
            <p:cNvSpPr/>
            <p:nvPr/>
          </p:nvSpPr>
          <p:spPr>
            <a:xfrm>
              <a:off x="5360310" y="5119521"/>
              <a:ext cx="606596" cy="261683"/>
            </a:xfrm>
            <a:custGeom>
              <a:avLst/>
              <a:gdLst/>
              <a:ahLst/>
              <a:cxnLst/>
              <a:rect l="0" t="0" r="r" b="b"/>
              <a:pathLst>
                <a:path w="606596" h="261683" fill="norm">
                  <a:moveTo>
                    <a:pt x="911" y="74234"/>
                  </a:moveTo>
                  <a:cubicBezTo>
                    <a:pt x="911" y="81608"/>
                    <a:pt x="0" y="89027"/>
                    <a:pt x="911" y="96335"/>
                  </a:cubicBezTo>
                  <a:cubicBezTo>
                    <a:pt x="2621" y="109995"/>
                    <a:pt x="21079" y="117392"/>
                    <a:pt x="29320" y="124722"/>
                  </a:cubicBezTo>
                  <a:cubicBezTo>
                    <a:pt x="38205" y="132630"/>
                    <a:pt x="46668" y="141093"/>
                    <a:pt x="54553" y="149977"/>
                  </a:cubicBezTo>
                  <a:cubicBezTo>
                    <a:pt x="59840" y="155908"/>
                    <a:pt x="61950" y="169236"/>
                    <a:pt x="67192" y="175233"/>
                  </a:cubicBezTo>
                  <a:cubicBezTo>
                    <a:pt x="74056" y="183074"/>
                    <a:pt x="81453" y="190470"/>
                    <a:pt x="89271" y="197312"/>
                  </a:cubicBezTo>
                  <a:cubicBezTo>
                    <a:pt x="95580" y="202821"/>
                    <a:pt x="106575" y="202043"/>
                    <a:pt x="114527" y="203642"/>
                  </a:cubicBezTo>
                  <a:cubicBezTo>
                    <a:pt x="115993" y="203931"/>
                    <a:pt x="116215" y="206619"/>
                    <a:pt x="117681" y="206797"/>
                  </a:cubicBezTo>
                  <a:cubicBezTo>
                    <a:pt x="126055" y="207729"/>
                    <a:pt x="134562" y="207729"/>
                    <a:pt x="142936" y="206797"/>
                  </a:cubicBezTo>
                  <a:cubicBezTo>
                    <a:pt x="144402" y="206619"/>
                    <a:pt x="144602" y="203820"/>
                    <a:pt x="146090" y="203642"/>
                  </a:cubicBezTo>
                  <a:cubicBezTo>
                    <a:pt x="153398" y="202709"/>
                    <a:pt x="160884" y="202709"/>
                    <a:pt x="168169" y="203642"/>
                  </a:cubicBezTo>
                  <a:cubicBezTo>
                    <a:pt x="169658" y="203820"/>
                    <a:pt x="169857" y="206574"/>
                    <a:pt x="171346" y="206797"/>
                  </a:cubicBezTo>
                  <a:cubicBezTo>
                    <a:pt x="189271" y="209351"/>
                    <a:pt x="204509" y="209640"/>
                    <a:pt x="221834" y="213105"/>
                  </a:cubicBezTo>
                  <a:cubicBezTo>
                    <a:pt x="223300" y="213394"/>
                    <a:pt x="223500" y="216103"/>
                    <a:pt x="224988" y="216259"/>
                  </a:cubicBezTo>
                  <a:cubicBezTo>
                    <a:pt x="247867" y="218547"/>
                    <a:pt x="252820" y="216170"/>
                    <a:pt x="272323" y="219413"/>
                  </a:cubicBezTo>
                  <a:cubicBezTo>
                    <a:pt x="274722" y="219813"/>
                    <a:pt x="279520" y="224589"/>
                    <a:pt x="281785" y="225721"/>
                  </a:cubicBezTo>
                  <a:cubicBezTo>
                    <a:pt x="294868" y="232252"/>
                    <a:pt x="304086" y="241048"/>
                    <a:pt x="316503" y="250977"/>
                  </a:cubicBezTo>
                  <a:cubicBezTo>
                    <a:pt x="322367" y="255664"/>
                    <a:pt x="331385" y="255486"/>
                    <a:pt x="338604" y="257285"/>
                  </a:cubicBezTo>
                  <a:cubicBezTo>
                    <a:pt x="345712" y="259062"/>
                    <a:pt x="353020" y="261128"/>
                    <a:pt x="360706" y="257285"/>
                  </a:cubicBezTo>
                  <a:cubicBezTo>
                    <a:pt x="374899" y="250177"/>
                    <a:pt x="370346" y="229142"/>
                    <a:pt x="363860" y="219413"/>
                  </a:cubicBezTo>
                  <a:cubicBezTo>
                    <a:pt x="361439" y="215792"/>
                    <a:pt x="352287" y="210995"/>
                    <a:pt x="360706" y="206797"/>
                  </a:cubicBezTo>
                  <a:cubicBezTo>
                    <a:pt x="363993" y="205153"/>
                    <a:pt x="373522" y="212105"/>
                    <a:pt x="376476" y="213105"/>
                  </a:cubicBezTo>
                  <a:cubicBezTo>
                    <a:pt x="395179" y="219324"/>
                    <a:pt x="407507" y="224744"/>
                    <a:pt x="423811" y="238360"/>
                  </a:cubicBezTo>
                  <a:cubicBezTo>
                    <a:pt x="428475" y="242225"/>
                    <a:pt x="443380" y="259173"/>
                    <a:pt x="452220" y="260439"/>
                  </a:cubicBezTo>
                  <a:cubicBezTo>
                    <a:pt x="460905" y="261683"/>
                    <a:pt x="478608" y="261305"/>
                    <a:pt x="483784" y="250977"/>
                  </a:cubicBezTo>
                  <a:cubicBezTo>
                    <a:pt x="486583" y="245379"/>
                    <a:pt x="484428" y="234984"/>
                    <a:pt x="493246" y="232030"/>
                  </a:cubicBezTo>
                  <a:cubicBezTo>
                    <a:pt x="494668" y="231563"/>
                    <a:pt x="494957" y="234828"/>
                    <a:pt x="496400" y="235184"/>
                  </a:cubicBezTo>
                  <a:cubicBezTo>
                    <a:pt x="505330" y="237427"/>
                    <a:pt x="517213" y="229964"/>
                    <a:pt x="521656" y="222567"/>
                  </a:cubicBezTo>
                  <a:cubicBezTo>
                    <a:pt x="525810" y="215659"/>
                    <a:pt x="523810" y="206974"/>
                    <a:pt x="521656" y="200466"/>
                  </a:cubicBezTo>
                  <a:cubicBezTo>
                    <a:pt x="514548" y="179164"/>
                    <a:pt x="499532" y="165748"/>
                    <a:pt x="480630" y="153132"/>
                  </a:cubicBezTo>
                  <a:cubicBezTo>
                    <a:pt x="474410" y="149000"/>
                    <a:pt x="464681" y="144602"/>
                    <a:pt x="458529" y="140515"/>
                  </a:cubicBezTo>
                  <a:cubicBezTo>
                    <a:pt x="455774" y="138671"/>
                    <a:pt x="452087" y="131519"/>
                    <a:pt x="455374" y="131053"/>
                  </a:cubicBezTo>
                  <a:cubicBezTo>
                    <a:pt x="468746" y="129142"/>
                    <a:pt x="487516" y="133340"/>
                    <a:pt x="499555" y="137361"/>
                  </a:cubicBezTo>
                  <a:cubicBezTo>
                    <a:pt x="502709" y="138405"/>
                    <a:pt x="505885" y="142625"/>
                    <a:pt x="509017" y="143669"/>
                  </a:cubicBezTo>
                  <a:cubicBezTo>
                    <a:pt x="514392" y="145468"/>
                    <a:pt x="520567" y="146446"/>
                    <a:pt x="524810" y="149977"/>
                  </a:cubicBezTo>
                  <a:cubicBezTo>
                    <a:pt x="529985" y="154309"/>
                    <a:pt x="544135" y="170568"/>
                    <a:pt x="553220" y="172079"/>
                  </a:cubicBezTo>
                  <a:cubicBezTo>
                    <a:pt x="573188" y="175411"/>
                    <a:pt x="568479" y="169169"/>
                    <a:pt x="581607" y="162594"/>
                  </a:cubicBezTo>
                  <a:cubicBezTo>
                    <a:pt x="588804" y="159018"/>
                    <a:pt x="598444" y="160528"/>
                    <a:pt x="600554" y="149977"/>
                  </a:cubicBezTo>
                  <a:cubicBezTo>
                    <a:pt x="606596" y="119769"/>
                    <a:pt x="564637" y="102799"/>
                    <a:pt x="540581" y="105797"/>
                  </a:cubicBezTo>
                  <a:cubicBezTo>
                    <a:pt x="536605" y="106286"/>
                    <a:pt x="528875" y="111284"/>
                    <a:pt x="524810" y="112105"/>
                  </a:cubicBezTo>
                  <a:cubicBezTo>
                    <a:pt x="511749" y="114727"/>
                    <a:pt x="507062" y="112972"/>
                    <a:pt x="493246" y="115260"/>
                  </a:cubicBezTo>
                  <a:cubicBezTo>
                    <a:pt x="489448" y="115904"/>
                    <a:pt x="481118" y="121324"/>
                    <a:pt x="477476" y="121568"/>
                  </a:cubicBezTo>
                  <a:cubicBezTo>
                    <a:pt x="462771" y="122567"/>
                    <a:pt x="447978" y="120591"/>
                    <a:pt x="433273" y="121568"/>
                  </a:cubicBezTo>
                  <a:cubicBezTo>
                    <a:pt x="416103" y="122723"/>
                    <a:pt x="456663" y="133740"/>
                    <a:pt x="420657" y="124722"/>
                  </a:cubicBezTo>
                  <a:cubicBezTo>
                    <a:pt x="388227" y="116615"/>
                    <a:pt x="353487" y="116948"/>
                    <a:pt x="316503" y="118414"/>
                  </a:cubicBezTo>
                  <a:cubicBezTo>
                    <a:pt x="315015" y="118480"/>
                    <a:pt x="314837" y="121368"/>
                    <a:pt x="313349" y="121568"/>
                  </a:cubicBezTo>
                  <a:cubicBezTo>
                    <a:pt x="307107" y="122479"/>
                    <a:pt x="300666" y="120679"/>
                    <a:pt x="294424" y="121568"/>
                  </a:cubicBezTo>
                  <a:cubicBezTo>
                    <a:pt x="292958" y="121790"/>
                    <a:pt x="292758" y="124678"/>
                    <a:pt x="291270" y="124722"/>
                  </a:cubicBezTo>
                  <a:cubicBezTo>
                    <a:pt x="245357" y="126566"/>
                    <a:pt x="214704" y="129053"/>
                    <a:pt x="180808" y="112105"/>
                  </a:cubicBezTo>
                  <a:cubicBezTo>
                    <a:pt x="178698" y="111061"/>
                    <a:pt x="172945" y="110373"/>
                    <a:pt x="171346" y="108951"/>
                  </a:cubicBezTo>
                  <a:cubicBezTo>
                    <a:pt x="163394" y="101999"/>
                    <a:pt x="138871" y="78232"/>
                    <a:pt x="136628" y="64771"/>
                  </a:cubicBezTo>
                  <a:cubicBezTo>
                    <a:pt x="135117" y="55686"/>
                    <a:pt x="137872" y="49289"/>
                    <a:pt x="133474" y="42670"/>
                  </a:cubicBezTo>
                  <a:cubicBezTo>
                    <a:pt x="115060" y="15082"/>
                    <a:pt x="86406" y="0"/>
                    <a:pt x="54553" y="7952"/>
                  </a:cubicBezTo>
                  <a:cubicBezTo>
                    <a:pt x="42470" y="10995"/>
                    <a:pt x="38050" y="24856"/>
                    <a:pt x="32474" y="33207"/>
                  </a:cubicBezTo>
                  <a:cubicBezTo>
                    <a:pt x="25144" y="44225"/>
                    <a:pt x="20902" y="45846"/>
                    <a:pt x="10373" y="58463"/>
                  </a:cubicBezTo>
                  <a:cubicBezTo>
                    <a:pt x="7197" y="62283"/>
                    <a:pt x="4976" y="70169"/>
                    <a:pt x="911" y="74234"/>
                  </a:cubicBezTo>
                  <a:close/>
                </a:path>
              </a:pathLst>
            </a:custGeom>
            <a:solidFill>
              <a:srgbClr val="E3D5D3"/>
            </a:solidFill>
            <a:ln w="0" cap="rnd">
              <a:noFill/>
              <a:round/>
            </a:ln>
          </p:spPr>
        </p:sp>
        <p:sp>
          <p:nvSpPr>
            <p:cNvPr id="46" name="LE rat nose Skin 8"/>
            <p:cNvSpPr/>
            <p:nvPr/>
          </p:nvSpPr>
          <p:spPr>
            <a:xfrm>
              <a:off x="4685523" y="4928007"/>
              <a:ext cx="1650285" cy="668746"/>
            </a:xfrm>
            <a:custGeom>
              <a:avLst/>
              <a:gdLst/>
              <a:ahLst/>
              <a:cxnLst/>
              <a:rect l="0" t="0" r="r" b="b"/>
              <a:pathLst>
                <a:path w="1650285" h="668746" fill="norm">
                  <a:moveTo>
                    <a:pt x="6619" y="354108"/>
                  </a:moveTo>
                  <a:cubicBezTo>
                    <a:pt x="6619" y="387893"/>
                    <a:pt x="0" y="364726"/>
                    <a:pt x="3465" y="420390"/>
                  </a:cubicBezTo>
                  <a:cubicBezTo>
                    <a:pt x="3576" y="421878"/>
                    <a:pt x="6375" y="422078"/>
                    <a:pt x="6619" y="423544"/>
                  </a:cubicBezTo>
                  <a:cubicBezTo>
                    <a:pt x="7486" y="428742"/>
                    <a:pt x="5753" y="434139"/>
                    <a:pt x="6619" y="439337"/>
                  </a:cubicBezTo>
                  <a:cubicBezTo>
                    <a:pt x="8418" y="450132"/>
                    <a:pt x="15637" y="463215"/>
                    <a:pt x="19258" y="474055"/>
                  </a:cubicBezTo>
                  <a:cubicBezTo>
                    <a:pt x="20835" y="478786"/>
                    <a:pt x="25900" y="482451"/>
                    <a:pt x="28721" y="486671"/>
                  </a:cubicBezTo>
                  <a:cubicBezTo>
                    <a:pt x="30009" y="488626"/>
                    <a:pt x="30497" y="494313"/>
                    <a:pt x="31875" y="496134"/>
                  </a:cubicBezTo>
                  <a:cubicBezTo>
                    <a:pt x="45802" y="514703"/>
                    <a:pt x="61017" y="532073"/>
                    <a:pt x="79209" y="546645"/>
                  </a:cubicBezTo>
                  <a:cubicBezTo>
                    <a:pt x="91470" y="556440"/>
                    <a:pt x="101310" y="566614"/>
                    <a:pt x="113927" y="575032"/>
                  </a:cubicBezTo>
                  <a:cubicBezTo>
                    <a:pt x="118103" y="577831"/>
                    <a:pt x="125544" y="578564"/>
                    <a:pt x="129720" y="581340"/>
                  </a:cubicBezTo>
                  <a:cubicBezTo>
                    <a:pt x="156797" y="599399"/>
                    <a:pt x="184629" y="609128"/>
                    <a:pt x="214926" y="619212"/>
                  </a:cubicBezTo>
                  <a:cubicBezTo>
                    <a:pt x="230230" y="624321"/>
                    <a:pt x="246290" y="631807"/>
                    <a:pt x="262261" y="635005"/>
                  </a:cubicBezTo>
                  <a:cubicBezTo>
                    <a:pt x="266392" y="635827"/>
                    <a:pt x="270768" y="634183"/>
                    <a:pt x="274899" y="635005"/>
                  </a:cubicBezTo>
                  <a:cubicBezTo>
                    <a:pt x="279164" y="635849"/>
                    <a:pt x="286383" y="640469"/>
                    <a:pt x="290670" y="641314"/>
                  </a:cubicBezTo>
                  <a:cubicBezTo>
                    <a:pt x="302487" y="643668"/>
                    <a:pt x="307263" y="642113"/>
                    <a:pt x="319080" y="644468"/>
                  </a:cubicBezTo>
                  <a:cubicBezTo>
                    <a:pt x="320523" y="644756"/>
                    <a:pt x="320746" y="647422"/>
                    <a:pt x="322234" y="647622"/>
                  </a:cubicBezTo>
                  <a:cubicBezTo>
                    <a:pt x="340581" y="650243"/>
                    <a:pt x="344913" y="648155"/>
                    <a:pt x="363260" y="650776"/>
                  </a:cubicBezTo>
                  <a:cubicBezTo>
                    <a:pt x="364726" y="650998"/>
                    <a:pt x="364926" y="653797"/>
                    <a:pt x="366414" y="653930"/>
                  </a:cubicBezTo>
                  <a:cubicBezTo>
                    <a:pt x="442913" y="660883"/>
                    <a:pt x="519101" y="660327"/>
                    <a:pt x="596800" y="657084"/>
                  </a:cubicBezTo>
                  <a:cubicBezTo>
                    <a:pt x="598288" y="657040"/>
                    <a:pt x="598466" y="654063"/>
                    <a:pt x="599954" y="653930"/>
                  </a:cubicBezTo>
                  <a:cubicBezTo>
                    <a:pt x="612549" y="652975"/>
                    <a:pt x="625232" y="654907"/>
                    <a:pt x="637826" y="653930"/>
                  </a:cubicBezTo>
                  <a:cubicBezTo>
                    <a:pt x="639314" y="653819"/>
                    <a:pt x="639514" y="650931"/>
                    <a:pt x="640980" y="650776"/>
                  </a:cubicBezTo>
                  <a:cubicBezTo>
                    <a:pt x="650398" y="649843"/>
                    <a:pt x="659972" y="651731"/>
                    <a:pt x="669390" y="650776"/>
                  </a:cubicBezTo>
                  <a:cubicBezTo>
                    <a:pt x="670878" y="650643"/>
                    <a:pt x="671056" y="647777"/>
                    <a:pt x="672544" y="647622"/>
                  </a:cubicBezTo>
                  <a:cubicBezTo>
                    <a:pt x="681962" y="646689"/>
                    <a:pt x="691536" y="648577"/>
                    <a:pt x="700954" y="647622"/>
                  </a:cubicBezTo>
                  <a:cubicBezTo>
                    <a:pt x="702420" y="647489"/>
                    <a:pt x="702642" y="644690"/>
                    <a:pt x="704108" y="644468"/>
                  </a:cubicBezTo>
                  <a:cubicBezTo>
                    <a:pt x="723632" y="641691"/>
                    <a:pt x="727897" y="643868"/>
                    <a:pt x="748288" y="641314"/>
                  </a:cubicBezTo>
                  <a:cubicBezTo>
                    <a:pt x="749754" y="641136"/>
                    <a:pt x="749976" y="638359"/>
                    <a:pt x="751442" y="638159"/>
                  </a:cubicBezTo>
                  <a:cubicBezTo>
                    <a:pt x="757684" y="637271"/>
                    <a:pt x="764125" y="639048"/>
                    <a:pt x="770389" y="638159"/>
                  </a:cubicBezTo>
                  <a:cubicBezTo>
                    <a:pt x="771855" y="637959"/>
                    <a:pt x="772055" y="635205"/>
                    <a:pt x="773543" y="635005"/>
                  </a:cubicBezTo>
                  <a:cubicBezTo>
                    <a:pt x="779785" y="634117"/>
                    <a:pt x="786227" y="635894"/>
                    <a:pt x="792468" y="635005"/>
                  </a:cubicBezTo>
                  <a:cubicBezTo>
                    <a:pt x="798155" y="634183"/>
                    <a:pt x="808839" y="629652"/>
                    <a:pt x="814569" y="628697"/>
                  </a:cubicBezTo>
                  <a:cubicBezTo>
                    <a:pt x="829629" y="626187"/>
                    <a:pt x="834205" y="628053"/>
                    <a:pt x="849287" y="625543"/>
                  </a:cubicBezTo>
                  <a:cubicBezTo>
                    <a:pt x="854152" y="624721"/>
                    <a:pt x="863392" y="619923"/>
                    <a:pt x="868212" y="619212"/>
                  </a:cubicBezTo>
                  <a:cubicBezTo>
                    <a:pt x="874454" y="618324"/>
                    <a:pt x="880895" y="620123"/>
                    <a:pt x="887159" y="619212"/>
                  </a:cubicBezTo>
                  <a:cubicBezTo>
                    <a:pt x="897244" y="617791"/>
                    <a:pt x="911770" y="611194"/>
                    <a:pt x="921877" y="609750"/>
                  </a:cubicBezTo>
                  <a:cubicBezTo>
                    <a:pt x="928119" y="608861"/>
                    <a:pt x="934560" y="610638"/>
                    <a:pt x="940802" y="609750"/>
                  </a:cubicBezTo>
                  <a:cubicBezTo>
                    <a:pt x="945644" y="609061"/>
                    <a:pt x="954862" y="604263"/>
                    <a:pt x="959749" y="603442"/>
                  </a:cubicBezTo>
                  <a:cubicBezTo>
                    <a:pt x="974809" y="600932"/>
                    <a:pt x="979385" y="602797"/>
                    <a:pt x="994445" y="600287"/>
                  </a:cubicBezTo>
                  <a:cubicBezTo>
                    <a:pt x="995933" y="600043"/>
                    <a:pt x="996133" y="597311"/>
                    <a:pt x="997621" y="597133"/>
                  </a:cubicBezTo>
                  <a:cubicBezTo>
                    <a:pt x="1004929" y="596223"/>
                    <a:pt x="1012392" y="598044"/>
                    <a:pt x="1019700" y="597133"/>
                  </a:cubicBezTo>
                  <a:cubicBezTo>
                    <a:pt x="1021188" y="596956"/>
                    <a:pt x="1021388" y="594179"/>
                    <a:pt x="1022854" y="593979"/>
                  </a:cubicBezTo>
                  <a:cubicBezTo>
                    <a:pt x="1029118" y="593091"/>
                    <a:pt x="1035537" y="594868"/>
                    <a:pt x="1041801" y="593979"/>
                  </a:cubicBezTo>
                  <a:cubicBezTo>
                    <a:pt x="1043267" y="593757"/>
                    <a:pt x="1043467" y="590980"/>
                    <a:pt x="1044955" y="590825"/>
                  </a:cubicBezTo>
                  <a:cubicBezTo>
                    <a:pt x="1072143" y="587804"/>
                    <a:pt x="1075853" y="590314"/>
                    <a:pt x="1104906" y="587671"/>
                  </a:cubicBezTo>
                  <a:cubicBezTo>
                    <a:pt x="1106395" y="587538"/>
                    <a:pt x="1106595" y="584628"/>
                    <a:pt x="1108061" y="584517"/>
                  </a:cubicBezTo>
                  <a:cubicBezTo>
                    <a:pt x="1179651" y="579008"/>
                    <a:pt x="1254240" y="579008"/>
                    <a:pt x="1325830" y="584517"/>
                  </a:cubicBezTo>
                  <a:cubicBezTo>
                    <a:pt x="1327318" y="584628"/>
                    <a:pt x="1327518" y="587538"/>
                    <a:pt x="1328984" y="587671"/>
                  </a:cubicBezTo>
                  <a:cubicBezTo>
                    <a:pt x="1339468" y="588626"/>
                    <a:pt x="1350086" y="586716"/>
                    <a:pt x="1360548" y="587671"/>
                  </a:cubicBezTo>
                  <a:cubicBezTo>
                    <a:pt x="1362036" y="587804"/>
                    <a:pt x="1362236" y="590603"/>
                    <a:pt x="1363702" y="590825"/>
                  </a:cubicBezTo>
                  <a:cubicBezTo>
                    <a:pt x="1369966" y="591713"/>
                    <a:pt x="1376385" y="589936"/>
                    <a:pt x="1382649" y="590825"/>
                  </a:cubicBezTo>
                  <a:cubicBezTo>
                    <a:pt x="1384115" y="591025"/>
                    <a:pt x="1384337" y="593757"/>
                    <a:pt x="1385803" y="593979"/>
                  </a:cubicBezTo>
                  <a:cubicBezTo>
                    <a:pt x="1404151" y="596600"/>
                    <a:pt x="1408482" y="594512"/>
                    <a:pt x="1426829" y="597133"/>
                  </a:cubicBezTo>
                  <a:cubicBezTo>
                    <a:pt x="1430894" y="597711"/>
                    <a:pt x="1438469" y="602620"/>
                    <a:pt x="1442600" y="603442"/>
                  </a:cubicBezTo>
                  <a:cubicBezTo>
                    <a:pt x="1456994" y="606329"/>
                    <a:pt x="1469255" y="606884"/>
                    <a:pt x="1483626" y="609750"/>
                  </a:cubicBezTo>
                  <a:cubicBezTo>
                    <a:pt x="1487158" y="610461"/>
                    <a:pt x="1492733" y="615192"/>
                    <a:pt x="1496265" y="616058"/>
                  </a:cubicBezTo>
                  <a:cubicBezTo>
                    <a:pt x="1523853" y="622966"/>
                    <a:pt x="1548664" y="632495"/>
                    <a:pt x="1575163" y="641314"/>
                  </a:cubicBezTo>
                  <a:cubicBezTo>
                    <a:pt x="1587535" y="645445"/>
                    <a:pt x="1601351" y="654419"/>
                    <a:pt x="1613035" y="660261"/>
                  </a:cubicBezTo>
                  <a:cubicBezTo>
                    <a:pt x="1615301" y="661393"/>
                    <a:pt x="1620121" y="666169"/>
                    <a:pt x="1622497" y="666569"/>
                  </a:cubicBezTo>
                  <a:cubicBezTo>
                    <a:pt x="1635647" y="668746"/>
                    <a:pt x="1643977" y="665258"/>
                    <a:pt x="1647753" y="653930"/>
                  </a:cubicBezTo>
                  <a:cubicBezTo>
                    <a:pt x="1650285" y="646356"/>
                    <a:pt x="1641822" y="637160"/>
                    <a:pt x="1638268" y="631851"/>
                  </a:cubicBezTo>
                  <a:cubicBezTo>
                    <a:pt x="1626829" y="614681"/>
                    <a:pt x="1605705" y="602931"/>
                    <a:pt x="1587780" y="593979"/>
                  </a:cubicBezTo>
                  <a:cubicBezTo>
                    <a:pt x="1576407" y="588293"/>
                    <a:pt x="1565079" y="579052"/>
                    <a:pt x="1553062" y="575032"/>
                  </a:cubicBezTo>
                  <a:cubicBezTo>
                    <a:pt x="1536225" y="569435"/>
                    <a:pt x="1519499" y="564903"/>
                    <a:pt x="1502573" y="559261"/>
                  </a:cubicBezTo>
                  <a:cubicBezTo>
                    <a:pt x="1498731" y="557973"/>
                    <a:pt x="1493777" y="553908"/>
                    <a:pt x="1489957" y="552953"/>
                  </a:cubicBezTo>
                  <a:cubicBezTo>
                    <a:pt x="1478140" y="549999"/>
                    <a:pt x="1467056" y="549599"/>
                    <a:pt x="1455239" y="546645"/>
                  </a:cubicBezTo>
                  <a:cubicBezTo>
                    <a:pt x="1451685" y="545756"/>
                    <a:pt x="1446132" y="541025"/>
                    <a:pt x="1442600" y="540314"/>
                  </a:cubicBezTo>
                  <a:cubicBezTo>
                    <a:pt x="1426385" y="537071"/>
                    <a:pt x="1411814" y="536760"/>
                    <a:pt x="1395266" y="534006"/>
                  </a:cubicBezTo>
                  <a:cubicBezTo>
                    <a:pt x="1390379" y="533206"/>
                    <a:pt x="1381161" y="528386"/>
                    <a:pt x="1376341" y="527698"/>
                  </a:cubicBezTo>
                  <a:cubicBezTo>
                    <a:pt x="1370077" y="526809"/>
                    <a:pt x="1363635" y="528586"/>
                    <a:pt x="1357394" y="527698"/>
                  </a:cubicBezTo>
                  <a:cubicBezTo>
                    <a:pt x="1355928" y="527498"/>
                    <a:pt x="1355728" y="524699"/>
                    <a:pt x="1354240" y="524543"/>
                  </a:cubicBezTo>
                  <a:cubicBezTo>
                    <a:pt x="1344821" y="523611"/>
                    <a:pt x="1335248" y="525476"/>
                    <a:pt x="1325830" y="524543"/>
                  </a:cubicBezTo>
                  <a:cubicBezTo>
                    <a:pt x="1324364" y="524388"/>
                    <a:pt x="1324164" y="521567"/>
                    <a:pt x="1322676" y="521389"/>
                  </a:cubicBezTo>
                  <a:cubicBezTo>
                    <a:pt x="1315368" y="520479"/>
                    <a:pt x="1307905" y="522300"/>
                    <a:pt x="1300597" y="521389"/>
                  </a:cubicBezTo>
                  <a:cubicBezTo>
                    <a:pt x="1299109" y="521212"/>
                    <a:pt x="1298909" y="518346"/>
                    <a:pt x="1297420" y="518235"/>
                  </a:cubicBezTo>
                  <a:cubicBezTo>
                    <a:pt x="1234671" y="513748"/>
                    <a:pt x="1137336" y="514170"/>
                    <a:pt x="1089136" y="515081"/>
                  </a:cubicBezTo>
                  <a:cubicBezTo>
                    <a:pt x="1087647" y="515103"/>
                    <a:pt x="1087470" y="518102"/>
                    <a:pt x="1085982" y="518235"/>
                  </a:cubicBezTo>
                  <a:cubicBezTo>
                    <a:pt x="1074453" y="519190"/>
                    <a:pt x="1062792" y="517280"/>
                    <a:pt x="1051264" y="518235"/>
                  </a:cubicBezTo>
                  <a:cubicBezTo>
                    <a:pt x="1049776" y="518346"/>
                    <a:pt x="1049576" y="521234"/>
                    <a:pt x="1048110" y="521389"/>
                  </a:cubicBezTo>
                  <a:cubicBezTo>
                    <a:pt x="1039736" y="522322"/>
                    <a:pt x="1031228" y="520456"/>
                    <a:pt x="1022854" y="521389"/>
                  </a:cubicBezTo>
                  <a:cubicBezTo>
                    <a:pt x="1021388" y="521545"/>
                    <a:pt x="1021188" y="524388"/>
                    <a:pt x="1019700" y="524543"/>
                  </a:cubicBezTo>
                  <a:cubicBezTo>
                    <a:pt x="1010282" y="525476"/>
                    <a:pt x="1000731" y="523611"/>
                    <a:pt x="991291" y="524543"/>
                  </a:cubicBezTo>
                  <a:cubicBezTo>
                    <a:pt x="989825" y="524699"/>
                    <a:pt x="989625" y="527498"/>
                    <a:pt x="988136" y="527698"/>
                  </a:cubicBezTo>
                  <a:cubicBezTo>
                    <a:pt x="981895" y="528586"/>
                    <a:pt x="975453" y="526809"/>
                    <a:pt x="969211" y="527698"/>
                  </a:cubicBezTo>
                  <a:cubicBezTo>
                    <a:pt x="967745" y="527920"/>
                    <a:pt x="967523" y="530652"/>
                    <a:pt x="966057" y="530852"/>
                  </a:cubicBezTo>
                  <a:cubicBezTo>
                    <a:pt x="946511" y="533651"/>
                    <a:pt x="942268" y="531451"/>
                    <a:pt x="921877" y="534006"/>
                  </a:cubicBezTo>
                  <a:cubicBezTo>
                    <a:pt x="917168" y="534606"/>
                    <a:pt x="907661" y="539648"/>
                    <a:pt x="902930" y="540314"/>
                  </a:cubicBezTo>
                  <a:cubicBezTo>
                    <a:pt x="896688" y="541225"/>
                    <a:pt x="890247" y="539426"/>
                    <a:pt x="884005" y="540314"/>
                  </a:cubicBezTo>
                  <a:cubicBezTo>
                    <a:pt x="878319" y="541136"/>
                    <a:pt x="867635" y="545690"/>
                    <a:pt x="861904" y="546645"/>
                  </a:cubicBezTo>
                  <a:cubicBezTo>
                    <a:pt x="856706" y="547511"/>
                    <a:pt x="851309" y="545778"/>
                    <a:pt x="846133" y="546645"/>
                  </a:cubicBezTo>
                  <a:cubicBezTo>
                    <a:pt x="844667" y="546889"/>
                    <a:pt x="844445" y="549577"/>
                    <a:pt x="842957" y="549799"/>
                  </a:cubicBezTo>
                  <a:cubicBezTo>
                    <a:pt x="821055" y="552931"/>
                    <a:pt x="802020" y="553331"/>
                    <a:pt x="779852" y="556107"/>
                  </a:cubicBezTo>
                  <a:cubicBezTo>
                    <a:pt x="775209" y="556685"/>
                    <a:pt x="765569" y="561838"/>
                    <a:pt x="760905" y="562415"/>
                  </a:cubicBezTo>
                  <a:cubicBezTo>
                    <a:pt x="753597" y="563326"/>
                    <a:pt x="746133" y="561505"/>
                    <a:pt x="738826" y="562415"/>
                  </a:cubicBezTo>
                  <a:cubicBezTo>
                    <a:pt x="737337" y="562593"/>
                    <a:pt x="737137" y="565392"/>
                    <a:pt x="735671" y="565570"/>
                  </a:cubicBezTo>
                  <a:cubicBezTo>
                    <a:pt x="728364" y="566480"/>
                    <a:pt x="720878" y="564659"/>
                    <a:pt x="713570" y="565570"/>
                  </a:cubicBezTo>
                  <a:cubicBezTo>
                    <a:pt x="712104" y="565747"/>
                    <a:pt x="711904" y="568590"/>
                    <a:pt x="710416" y="568724"/>
                  </a:cubicBezTo>
                  <a:cubicBezTo>
                    <a:pt x="699932" y="569679"/>
                    <a:pt x="689337" y="567769"/>
                    <a:pt x="678852" y="568724"/>
                  </a:cubicBezTo>
                  <a:cubicBezTo>
                    <a:pt x="677364" y="568857"/>
                    <a:pt x="677186" y="571745"/>
                    <a:pt x="675698" y="571878"/>
                  </a:cubicBezTo>
                  <a:cubicBezTo>
                    <a:pt x="665214" y="572833"/>
                    <a:pt x="654619" y="570923"/>
                    <a:pt x="644134" y="571878"/>
                  </a:cubicBezTo>
                  <a:cubicBezTo>
                    <a:pt x="642668" y="572011"/>
                    <a:pt x="642469" y="574943"/>
                    <a:pt x="640980" y="575032"/>
                  </a:cubicBezTo>
                  <a:cubicBezTo>
                    <a:pt x="625232" y="576032"/>
                    <a:pt x="609394" y="576032"/>
                    <a:pt x="593646" y="575032"/>
                  </a:cubicBezTo>
                  <a:cubicBezTo>
                    <a:pt x="590736" y="574854"/>
                    <a:pt x="591269" y="569257"/>
                    <a:pt x="587338" y="571878"/>
                  </a:cubicBezTo>
                  <a:cubicBezTo>
                    <a:pt x="538693" y="604308"/>
                    <a:pt x="781851" y="586693"/>
                    <a:pt x="467413" y="578186"/>
                  </a:cubicBezTo>
                  <a:cubicBezTo>
                    <a:pt x="465925" y="578164"/>
                    <a:pt x="465725" y="575143"/>
                    <a:pt x="464237" y="575032"/>
                  </a:cubicBezTo>
                  <a:cubicBezTo>
                    <a:pt x="451665" y="574077"/>
                    <a:pt x="438959" y="576009"/>
                    <a:pt x="426365" y="575032"/>
                  </a:cubicBezTo>
                  <a:cubicBezTo>
                    <a:pt x="424899" y="574921"/>
                    <a:pt x="424699" y="572078"/>
                    <a:pt x="423211" y="571878"/>
                  </a:cubicBezTo>
                  <a:cubicBezTo>
                    <a:pt x="415903" y="570967"/>
                    <a:pt x="408440" y="572789"/>
                    <a:pt x="401132" y="571878"/>
                  </a:cubicBezTo>
                  <a:cubicBezTo>
                    <a:pt x="399644" y="571700"/>
                    <a:pt x="399444" y="568901"/>
                    <a:pt x="397978" y="568724"/>
                  </a:cubicBezTo>
                  <a:cubicBezTo>
                    <a:pt x="376876" y="566080"/>
                    <a:pt x="358573" y="565836"/>
                    <a:pt x="338005" y="562415"/>
                  </a:cubicBezTo>
                  <a:cubicBezTo>
                    <a:pt x="333740" y="561705"/>
                    <a:pt x="326565" y="557196"/>
                    <a:pt x="322234" y="556107"/>
                  </a:cubicBezTo>
                  <a:cubicBezTo>
                    <a:pt x="311150" y="553331"/>
                    <a:pt x="301732" y="552553"/>
                    <a:pt x="290670" y="549799"/>
                  </a:cubicBezTo>
                  <a:cubicBezTo>
                    <a:pt x="268080" y="544157"/>
                    <a:pt x="246579" y="531940"/>
                    <a:pt x="224389" y="524543"/>
                  </a:cubicBezTo>
                  <a:cubicBezTo>
                    <a:pt x="207485" y="518902"/>
                    <a:pt x="191692" y="503953"/>
                    <a:pt x="177054" y="492980"/>
                  </a:cubicBezTo>
                  <a:cubicBezTo>
                    <a:pt x="162727" y="482229"/>
                    <a:pt x="141381" y="463149"/>
                    <a:pt x="129720" y="445645"/>
                  </a:cubicBezTo>
                  <a:cubicBezTo>
                    <a:pt x="124233" y="437427"/>
                    <a:pt x="123345" y="426565"/>
                    <a:pt x="120235" y="417236"/>
                  </a:cubicBezTo>
                  <a:cubicBezTo>
                    <a:pt x="113172" y="396023"/>
                    <a:pt x="114749" y="376121"/>
                    <a:pt x="120235" y="354108"/>
                  </a:cubicBezTo>
                  <a:cubicBezTo>
                    <a:pt x="121612" y="348666"/>
                    <a:pt x="127921" y="343713"/>
                    <a:pt x="129720" y="338338"/>
                  </a:cubicBezTo>
                  <a:cubicBezTo>
                    <a:pt x="134873" y="322878"/>
                    <a:pt x="140759" y="317436"/>
                    <a:pt x="151799" y="303620"/>
                  </a:cubicBezTo>
                  <a:cubicBezTo>
                    <a:pt x="180008" y="268369"/>
                    <a:pt x="214238" y="242003"/>
                    <a:pt x="249644" y="218414"/>
                  </a:cubicBezTo>
                  <a:cubicBezTo>
                    <a:pt x="263082" y="209462"/>
                    <a:pt x="279497" y="203487"/>
                    <a:pt x="293824" y="196312"/>
                  </a:cubicBezTo>
                  <a:cubicBezTo>
                    <a:pt x="320257" y="183096"/>
                    <a:pt x="344646" y="170968"/>
                    <a:pt x="372722" y="161594"/>
                  </a:cubicBezTo>
                  <a:cubicBezTo>
                    <a:pt x="375877" y="160551"/>
                    <a:pt x="379053" y="156330"/>
                    <a:pt x="382185" y="155286"/>
                  </a:cubicBezTo>
                  <a:cubicBezTo>
                    <a:pt x="408084" y="146668"/>
                    <a:pt x="434806" y="136628"/>
                    <a:pt x="461083" y="130053"/>
                  </a:cubicBezTo>
                  <a:cubicBezTo>
                    <a:pt x="473322" y="126988"/>
                    <a:pt x="483162" y="126255"/>
                    <a:pt x="495801" y="123723"/>
                  </a:cubicBezTo>
                  <a:cubicBezTo>
                    <a:pt x="499333" y="123034"/>
                    <a:pt x="504886" y="118303"/>
                    <a:pt x="508440" y="117414"/>
                  </a:cubicBezTo>
                  <a:cubicBezTo>
                    <a:pt x="519590" y="114638"/>
                    <a:pt x="524232" y="116370"/>
                    <a:pt x="536827" y="114260"/>
                  </a:cubicBezTo>
                  <a:cubicBezTo>
                    <a:pt x="538293" y="114016"/>
                    <a:pt x="538515" y="111350"/>
                    <a:pt x="539981" y="111106"/>
                  </a:cubicBezTo>
                  <a:cubicBezTo>
                    <a:pt x="546312" y="110062"/>
                    <a:pt x="552731" y="109507"/>
                    <a:pt x="558928" y="107952"/>
                  </a:cubicBezTo>
                  <a:cubicBezTo>
                    <a:pt x="563126" y="106908"/>
                    <a:pt x="572922" y="108907"/>
                    <a:pt x="571545" y="104798"/>
                  </a:cubicBezTo>
                  <a:cubicBezTo>
                    <a:pt x="570612" y="101977"/>
                    <a:pt x="566880" y="100955"/>
                    <a:pt x="565236" y="98489"/>
                  </a:cubicBezTo>
                  <a:cubicBezTo>
                    <a:pt x="561416" y="92759"/>
                    <a:pt x="556796" y="85806"/>
                    <a:pt x="552620" y="79542"/>
                  </a:cubicBezTo>
                  <a:cubicBezTo>
                    <a:pt x="549799" y="75322"/>
                    <a:pt x="548599" y="68369"/>
                    <a:pt x="546312" y="63772"/>
                  </a:cubicBezTo>
                  <a:cubicBezTo>
                    <a:pt x="539603" y="50355"/>
                    <a:pt x="531007" y="37317"/>
                    <a:pt x="527364" y="22745"/>
                  </a:cubicBezTo>
                  <a:cubicBezTo>
                    <a:pt x="526609" y="19680"/>
                    <a:pt x="528542" y="16193"/>
                    <a:pt x="527364" y="13283"/>
                  </a:cubicBezTo>
                  <a:cubicBezTo>
                    <a:pt x="522056" y="0"/>
                    <a:pt x="512082" y="11906"/>
                    <a:pt x="505285" y="13283"/>
                  </a:cubicBezTo>
                  <a:cubicBezTo>
                    <a:pt x="501154" y="14105"/>
                    <a:pt x="496778" y="12439"/>
                    <a:pt x="492647" y="13283"/>
                  </a:cubicBezTo>
                  <a:cubicBezTo>
                    <a:pt x="489137" y="13972"/>
                    <a:pt x="483562" y="18703"/>
                    <a:pt x="480030" y="19591"/>
                  </a:cubicBezTo>
                  <a:cubicBezTo>
                    <a:pt x="448155" y="27543"/>
                    <a:pt x="419035" y="37805"/>
                    <a:pt x="388493" y="47979"/>
                  </a:cubicBezTo>
                  <a:cubicBezTo>
                    <a:pt x="328653" y="67947"/>
                    <a:pt x="268236" y="91359"/>
                    <a:pt x="214926" y="126877"/>
                  </a:cubicBezTo>
                  <a:cubicBezTo>
                    <a:pt x="210750" y="129675"/>
                    <a:pt x="203309" y="130408"/>
                    <a:pt x="199133" y="133207"/>
                  </a:cubicBezTo>
                  <a:cubicBezTo>
                    <a:pt x="160128" y="159196"/>
                    <a:pt x="120191" y="186894"/>
                    <a:pt x="85517" y="221568"/>
                  </a:cubicBezTo>
                  <a:cubicBezTo>
                    <a:pt x="60506" y="246579"/>
                    <a:pt x="37605" y="279564"/>
                    <a:pt x="22412" y="309928"/>
                  </a:cubicBezTo>
                  <a:cubicBezTo>
                    <a:pt x="19236" y="316281"/>
                    <a:pt x="14616" y="325344"/>
                    <a:pt x="12950" y="332029"/>
                  </a:cubicBezTo>
                  <a:cubicBezTo>
                    <a:pt x="10973" y="339870"/>
                    <a:pt x="12683" y="348067"/>
                    <a:pt x="6619" y="354108"/>
                  </a:cubicBezTo>
                  <a:close/>
                </a:path>
              </a:pathLst>
            </a:custGeom>
            <a:solidFill>
              <a:srgbClr val="E3D5D3"/>
            </a:solidFill>
            <a:ln w="0" cap="rnd">
              <a:noFill/>
              <a:round/>
            </a:ln>
          </p:spPr>
        </p:sp>
        <p:sp>
          <p:nvSpPr>
            <p:cNvPr id="47" name="LE rat nose Skin 9"/>
            <p:cNvSpPr/>
            <p:nvPr/>
          </p:nvSpPr>
          <p:spPr>
            <a:xfrm>
              <a:off x="6764305" y="4657105"/>
              <a:ext cx="234384" cy="265082"/>
            </a:xfrm>
            <a:custGeom>
              <a:avLst/>
              <a:gdLst/>
              <a:ahLst/>
              <a:cxnLst/>
              <a:rect l="0" t="0" r="r" b="b"/>
              <a:pathLst>
                <a:path w="234384" h="265082" fill="norm">
                  <a:moveTo>
                    <a:pt x="54998" y="12750"/>
                  </a:moveTo>
                  <a:cubicBezTo>
                    <a:pt x="38805" y="28943"/>
                    <a:pt x="14616" y="52999"/>
                    <a:pt x="10795" y="75877"/>
                  </a:cubicBezTo>
                  <a:cubicBezTo>
                    <a:pt x="0" y="140759"/>
                    <a:pt x="21990" y="218769"/>
                    <a:pt x="83385" y="249466"/>
                  </a:cubicBezTo>
                  <a:cubicBezTo>
                    <a:pt x="85273" y="250399"/>
                    <a:pt x="87716" y="248800"/>
                    <a:pt x="89715" y="249466"/>
                  </a:cubicBezTo>
                  <a:cubicBezTo>
                    <a:pt x="113438" y="257374"/>
                    <a:pt x="123123" y="261283"/>
                    <a:pt x="155975" y="258929"/>
                  </a:cubicBezTo>
                  <a:cubicBezTo>
                    <a:pt x="157463" y="258818"/>
                    <a:pt x="157663" y="255975"/>
                    <a:pt x="159129" y="255775"/>
                  </a:cubicBezTo>
                  <a:cubicBezTo>
                    <a:pt x="180253" y="252754"/>
                    <a:pt x="203554" y="265082"/>
                    <a:pt x="222256" y="252620"/>
                  </a:cubicBezTo>
                  <a:cubicBezTo>
                    <a:pt x="231585" y="246401"/>
                    <a:pt x="234384" y="232918"/>
                    <a:pt x="228565" y="224211"/>
                  </a:cubicBezTo>
                  <a:cubicBezTo>
                    <a:pt x="227210" y="222167"/>
                    <a:pt x="219524" y="214904"/>
                    <a:pt x="219102" y="211594"/>
                  </a:cubicBezTo>
                  <a:cubicBezTo>
                    <a:pt x="218191" y="204287"/>
                    <a:pt x="220013" y="196801"/>
                    <a:pt x="219102" y="189493"/>
                  </a:cubicBezTo>
                  <a:cubicBezTo>
                    <a:pt x="218591" y="185384"/>
                    <a:pt x="213549" y="187960"/>
                    <a:pt x="215948" y="183185"/>
                  </a:cubicBezTo>
                  <a:cubicBezTo>
                    <a:pt x="219280" y="176521"/>
                    <a:pt x="218058" y="168458"/>
                    <a:pt x="219102" y="161084"/>
                  </a:cubicBezTo>
                  <a:cubicBezTo>
                    <a:pt x="219302" y="159618"/>
                    <a:pt x="222190" y="159418"/>
                    <a:pt x="222256" y="157929"/>
                  </a:cubicBezTo>
                  <a:cubicBezTo>
                    <a:pt x="224833" y="106597"/>
                    <a:pt x="221057" y="61728"/>
                    <a:pt x="181230" y="28543"/>
                  </a:cubicBezTo>
                  <a:cubicBezTo>
                    <a:pt x="176410" y="24522"/>
                    <a:pt x="167392" y="22479"/>
                    <a:pt x="162283" y="19080"/>
                  </a:cubicBezTo>
                  <a:cubicBezTo>
                    <a:pt x="152998" y="12883"/>
                    <a:pt x="138471" y="4842"/>
                    <a:pt x="127565" y="3287"/>
                  </a:cubicBezTo>
                  <a:cubicBezTo>
                    <a:pt x="110284" y="822"/>
                    <a:pt x="96735" y="0"/>
                    <a:pt x="80231" y="3287"/>
                  </a:cubicBezTo>
                  <a:cubicBezTo>
                    <a:pt x="73034" y="4731"/>
                    <a:pt x="62483" y="12750"/>
                    <a:pt x="54998" y="12750"/>
                  </a:cubicBezTo>
                  <a:close/>
                </a:path>
              </a:pathLst>
            </a:custGeom>
            <a:solidFill>
              <a:srgbClr val="E3D5D3"/>
            </a:solidFill>
            <a:ln w="0" cap="rnd">
              <a:noFill/>
              <a:round/>
            </a:ln>
          </p:spPr>
        </p:sp>
        <p:sp>
          <p:nvSpPr>
            <p:cNvPr id="48" name="LE rat nose Skin shading 10"/>
            <p:cNvSpPr/>
            <p:nvPr/>
          </p:nvSpPr>
          <p:spPr>
            <a:xfrm>
              <a:off x="5806222" y="5301062"/>
              <a:ext cx="56686" cy="65126"/>
            </a:xfrm>
            <a:custGeom>
              <a:avLst/>
              <a:gdLst/>
              <a:ahLst/>
              <a:cxnLst/>
              <a:rect l="0" t="0" r="r" b="b"/>
              <a:pathLst>
                <a:path w="56686" h="65126" fill="norm">
                  <a:moveTo>
                    <a:pt x="0" y="0"/>
                  </a:moveTo>
                  <a:cubicBezTo>
                    <a:pt x="12106" y="12106"/>
                    <a:pt x="25366" y="20702"/>
                    <a:pt x="34718" y="34718"/>
                  </a:cubicBezTo>
                  <a:cubicBezTo>
                    <a:pt x="38316" y="40138"/>
                    <a:pt x="35873" y="65126"/>
                    <a:pt x="41026" y="59973"/>
                  </a:cubicBezTo>
                  <a:cubicBezTo>
                    <a:pt x="56686" y="44291"/>
                    <a:pt x="25211" y="14394"/>
                    <a:pt x="15771" y="6308"/>
                  </a:cubicBezTo>
                  <a:cubicBezTo>
                    <a:pt x="11462" y="2599"/>
                    <a:pt x="4576" y="4576"/>
                    <a:pt x="0" y="0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49" name="LE rat nose Skin shading 11"/>
            <p:cNvSpPr/>
            <p:nvPr/>
          </p:nvSpPr>
          <p:spPr>
            <a:xfrm>
              <a:off x="5590563" y="5220343"/>
              <a:ext cx="341892" cy="41115"/>
            </a:xfrm>
            <a:custGeom>
              <a:avLst/>
              <a:gdLst/>
              <a:ahLst/>
              <a:cxnLst/>
              <a:rect l="0" t="0" r="r" b="b"/>
              <a:pathLst>
                <a:path w="341892" h="41115" fill="norm">
                  <a:moveTo>
                    <a:pt x="341892" y="11284"/>
                  </a:moveTo>
                  <a:cubicBezTo>
                    <a:pt x="330608" y="0"/>
                    <a:pt x="308418" y="7819"/>
                    <a:pt x="294557" y="11284"/>
                  </a:cubicBezTo>
                  <a:cubicBezTo>
                    <a:pt x="293114" y="11639"/>
                    <a:pt x="292869" y="14283"/>
                    <a:pt x="291403" y="14438"/>
                  </a:cubicBezTo>
                  <a:cubicBezTo>
                    <a:pt x="283029" y="15371"/>
                    <a:pt x="274522" y="13505"/>
                    <a:pt x="266148" y="14438"/>
                  </a:cubicBezTo>
                  <a:cubicBezTo>
                    <a:pt x="261728" y="14927"/>
                    <a:pt x="251532" y="20458"/>
                    <a:pt x="247223" y="20746"/>
                  </a:cubicBezTo>
                  <a:cubicBezTo>
                    <a:pt x="231430" y="21812"/>
                    <a:pt x="215215" y="20080"/>
                    <a:pt x="199866" y="23900"/>
                  </a:cubicBezTo>
                  <a:cubicBezTo>
                    <a:pt x="195668" y="24967"/>
                    <a:pt x="191581" y="20857"/>
                    <a:pt x="187250" y="20746"/>
                  </a:cubicBezTo>
                  <a:cubicBezTo>
                    <a:pt x="146246" y="19725"/>
                    <a:pt x="105175" y="19725"/>
                    <a:pt x="64171" y="20746"/>
                  </a:cubicBezTo>
                  <a:cubicBezTo>
                    <a:pt x="62683" y="20791"/>
                    <a:pt x="62505" y="23834"/>
                    <a:pt x="61017" y="23900"/>
                  </a:cubicBezTo>
                  <a:cubicBezTo>
                    <a:pt x="41048" y="24900"/>
                    <a:pt x="21013" y="22856"/>
                    <a:pt x="1044" y="23900"/>
                  </a:cubicBezTo>
                  <a:cubicBezTo>
                    <a:pt x="0" y="23967"/>
                    <a:pt x="0" y="27010"/>
                    <a:pt x="1044" y="27077"/>
                  </a:cubicBezTo>
                  <a:cubicBezTo>
                    <a:pt x="21013" y="28121"/>
                    <a:pt x="41048" y="28076"/>
                    <a:pt x="61017" y="27077"/>
                  </a:cubicBezTo>
                  <a:cubicBezTo>
                    <a:pt x="62505" y="26988"/>
                    <a:pt x="62683" y="23945"/>
                    <a:pt x="64171" y="23900"/>
                  </a:cubicBezTo>
                  <a:cubicBezTo>
                    <a:pt x="99911" y="22901"/>
                    <a:pt x="135717" y="22901"/>
                    <a:pt x="171479" y="23900"/>
                  </a:cubicBezTo>
                  <a:cubicBezTo>
                    <a:pt x="172967" y="23945"/>
                    <a:pt x="173167" y="26766"/>
                    <a:pt x="174633" y="27077"/>
                  </a:cubicBezTo>
                  <a:cubicBezTo>
                    <a:pt x="187916" y="29720"/>
                    <a:pt x="199578" y="30142"/>
                    <a:pt x="212505" y="33385"/>
                  </a:cubicBezTo>
                  <a:cubicBezTo>
                    <a:pt x="218103" y="34784"/>
                    <a:pt x="212794" y="41115"/>
                    <a:pt x="221968" y="36539"/>
                  </a:cubicBezTo>
                  <a:cubicBezTo>
                    <a:pt x="226743" y="34140"/>
                    <a:pt x="211772" y="29098"/>
                    <a:pt x="221968" y="27077"/>
                  </a:cubicBezTo>
                  <a:cubicBezTo>
                    <a:pt x="239871" y="23478"/>
                    <a:pt x="257441" y="23789"/>
                    <a:pt x="275610" y="20746"/>
                  </a:cubicBezTo>
                  <a:cubicBezTo>
                    <a:pt x="277076" y="20502"/>
                    <a:pt x="277298" y="17836"/>
                    <a:pt x="278764" y="17592"/>
                  </a:cubicBezTo>
                  <a:cubicBezTo>
                    <a:pt x="300221" y="14016"/>
                    <a:pt x="319080" y="11284"/>
                    <a:pt x="341892" y="11284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50" name="LE rat nose Skin shading 12"/>
            <p:cNvSpPr/>
            <p:nvPr/>
          </p:nvSpPr>
          <p:spPr>
            <a:xfrm>
              <a:off x="6698379" y="5208792"/>
              <a:ext cx="142159" cy="88316"/>
            </a:xfrm>
            <a:custGeom>
              <a:avLst/>
              <a:gdLst/>
              <a:ahLst/>
              <a:cxnLst/>
              <a:rect l="0" t="0" r="r" b="b"/>
              <a:pathLst>
                <a:path w="142159" h="88316" fill="norm">
                  <a:moveTo>
                    <a:pt x="4131" y="755"/>
                  </a:moveTo>
                  <a:cubicBezTo>
                    <a:pt x="4131" y="9485"/>
                    <a:pt x="23634" y="15371"/>
                    <a:pt x="29387" y="19680"/>
                  </a:cubicBezTo>
                  <a:cubicBezTo>
                    <a:pt x="32963" y="22368"/>
                    <a:pt x="35029" y="26855"/>
                    <a:pt x="38849" y="29143"/>
                  </a:cubicBezTo>
                  <a:cubicBezTo>
                    <a:pt x="40671" y="30231"/>
                    <a:pt x="43181" y="28476"/>
                    <a:pt x="45180" y="29143"/>
                  </a:cubicBezTo>
                  <a:cubicBezTo>
                    <a:pt x="52932" y="31741"/>
                    <a:pt x="59507" y="39182"/>
                    <a:pt x="67259" y="41781"/>
                  </a:cubicBezTo>
                  <a:cubicBezTo>
                    <a:pt x="75677" y="44580"/>
                    <a:pt x="84096" y="45291"/>
                    <a:pt x="92514" y="48090"/>
                  </a:cubicBezTo>
                  <a:cubicBezTo>
                    <a:pt x="98400" y="50044"/>
                    <a:pt x="110440" y="57130"/>
                    <a:pt x="114593" y="60706"/>
                  </a:cubicBezTo>
                  <a:cubicBezTo>
                    <a:pt x="121968" y="67015"/>
                    <a:pt x="132363" y="88316"/>
                    <a:pt x="136694" y="79653"/>
                  </a:cubicBezTo>
                  <a:cubicBezTo>
                    <a:pt x="142159" y="68703"/>
                    <a:pt x="123345" y="61284"/>
                    <a:pt x="117747" y="57552"/>
                  </a:cubicBezTo>
                  <a:cubicBezTo>
                    <a:pt x="103687" y="48178"/>
                    <a:pt x="92314" y="43825"/>
                    <a:pt x="76721" y="38627"/>
                  </a:cubicBezTo>
                  <a:cubicBezTo>
                    <a:pt x="66970" y="35362"/>
                    <a:pt x="58263" y="25322"/>
                    <a:pt x="48334" y="22834"/>
                  </a:cubicBezTo>
                  <a:cubicBezTo>
                    <a:pt x="44114" y="21790"/>
                    <a:pt x="40049" y="25988"/>
                    <a:pt x="35695" y="25988"/>
                  </a:cubicBezTo>
                  <a:cubicBezTo>
                    <a:pt x="26477" y="25988"/>
                    <a:pt x="36317" y="21568"/>
                    <a:pt x="32541" y="19680"/>
                  </a:cubicBezTo>
                  <a:cubicBezTo>
                    <a:pt x="30675" y="18747"/>
                    <a:pt x="27921" y="20946"/>
                    <a:pt x="26233" y="19680"/>
                  </a:cubicBezTo>
                  <a:cubicBezTo>
                    <a:pt x="0" y="0"/>
                    <a:pt x="16992" y="755"/>
                    <a:pt x="4131" y="755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51" name="LE rat nose Skin shading 13"/>
            <p:cNvSpPr/>
            <p:nvPr/>
          </p:nvSpPr>
          <p:spPr>
            <a:xfrm>
              <a:off x="7485072" y="5179472"/>
              <a:ext cx="36295" cy="59529"/>
            </a:xfrm>
            <a:custGeom>
              <a:avLst/>
              <a:gdLst/>
              <a:ahLst/>
              <a:cxnLst/>
              <a:rect l="0" t="0" r="r" b="b"/>
              <a:pathLst>
                <a:path w="36295" h="59529" fill="norm">
                  <a:moveTo>
                    <a:pt x="31697" y="1666"/>
                  </a:moveTo>
                  <a:cubicBezTo>
                    <a:pt x="27499" y="1666"/>
                    <a:pt x="22945" y="0"/>
                    <a:pt x="19080" y="1666"/>
                  </a:cubicBezTo>
                  <a:cubicBezTo>
                    <a:pt x="0" y="9840"/>
                    <a:pt x="5686" y="48534"/>
                    <a:pt x="6442" y="58463"/>
                  </a:cubicBezTo>
                  <a:cubicBezTo>
                    <a:pt x="6530" y="59529"/>
                    <a:pt x="9529" y="59529"/>
                    <a:pt x="9596" y="58463"/>
                  </a:cubicBezTo>
                  <a:cubicBezTo>
                    <a:pt x="10662" y="44824"/>
                    <a:pt x="8641" y="31075"/>
                    <a:pt x="9596" y="17437"/>
                  </a:cubicBezTo>
                  <a:cubicBezTo>
                    <a:pt x="10551" y="4065"/>
                    <a:pt x="26477" y="6908"/>
                    <a:pt x="34851" y="4820"/>
                  </a:cubicBezTo>
                  <a:cubicBezTo>
                    <a:pt x="36295" y="4465"/>
                    <a:pt x="32741" y="2710"/>
                    <a:pt x="31697" y="1666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52" name="LE rat nose Skin shading 14"/>
            <p:cNvSpPr/>
            <p:nvPr/>
          </p:nvSpPr>
          <p:spPr>
            <a:xfrm>
              <a:off x="5360488" y="5126274"/>
              <a:ext cx="141093" cy="71746"/>
            </a:xfrm>
            <a:custGeom>
              <a:avLst/>
              <a:gdLst/>
              <a:ahLst/>
              <a:cxnLst/>
              <a:rect l="0" t="0" r="r" b="b"/>
              <a:pathLst>
                <a:path w="141093" h="71746" fill="norm">
                  <a:moveTo>
                    <a:pt x="733" y="70635"/>
                  </a:moveTo>
                  <a:cubicBezTo>
                    <a:pt x="6664" y="70635"/>
                    <a:pt x="3687" y="61795"/>
                    <a:pt x="7041" y="58019"/>
                  </a:cubicBezTo>
                  <a:cubicBezTo>
                    <a:pt x="15460" y="48556"/>
                    <a:pt x="24189" y="39338"/>
                    <a:pt x="32297" y="29609"/>
                  </a:cubicBezTo>
                  <a:cubicBezTo>
                    <a:pt x="48934" y="9640"/>
                    <a:pt x="62439" y="4864"/>
                    <a:pt x="89094" y="7530"/>
                  </a:cubicBezTo>
                  <a:cubicBezTo>
                    <a:pt x="91115" y="7730"/>
                    <a:pt x="96624" y="12861"/>
                    <a:pt x="98578" y="13838"/>
                  </a:cubicBezTo>
                  <a:cubicBezTo>
                    <a:pt x="112439" y="20769"/>
                    <a:pt x="123212" y="31564"/>
                    <a:pt x="130120" y="45402"/>
                  </a:cubicBezTo>
                  <a:cubicBezTo>
                    <a:pt x="133052" y="51244"/>
                    <a:pt x="133518" y="58485"/>
                    <a:pt x="136450" y="64327"/>
                  </a:cubicBezTo>
                  <a:cubicBezTo>
                    <a:pt x="137117" y="65660"/>
                    <a:pt x="138538" y="68547"/>
                    <a:pt x="139604" y="67481"/>
                  </a:cubicBezTo>
                  <a:cubicBezTo>
                    <a:pt x="141093" y="65993"/>
                    <a:pt x="140271" y="63172"/>
                    <a:pt x="139604" y="61173"/>
                  </a:cubicBezTo>
                  <a:cubicBezTo>
                    <a:pt x="137894" y="56086"/>
                    <a:pt x="138138" y="50489"/>
                    <a:pt x="136450" y="45402"/>
                  </a:cubicBezTo>
                  <a:cubicBezTo>
                    <a:pt x="135495" y="42581"/>
                    <a:pt x="131786" y="41559"/>
                    <a:pt x="130120" y="39071"/>
                  </a:cubicBezTo>
                  <a:cubicBezTo>
                    <a:pt x="122301" y="27343"/>
                    <a:pt x="122301" y="22568"/>
                    <a:pt x="108041" y="10684"/>
                  </a:cubicBezTo>
                  <a:cubicBezTo>
                    <a:pt x="102754" y="6286"/>
                    <a:pt x="92448" y="6530"/>
                    <a:pt x="85939" y="4354"/>
                  </a:cubicBezTo>
                  <a:cubicBezTo>
                    <a:pt x="76544" y="1222"/>
                    <a:pt x="57108" y="0"/>
                    <a:pt x="48067" y="7530"/>
                  </a:cubicBezTo>
                  <a:cubicBezTo>
                    <a:pt x="32719" y="20324"/>
                    <a:pt x="35140" y="24500"/>
                    <a:pt x="25988" y="35917"/>
                  </a:cubicBezTo>
                  <a:cubicBezTo>
                    <a:pt x="17526" y="46490"/>
                    <a:pt x="13438" y="51599"/>
                    <a:pt x="7041" y="61173"/>
                  </a:cubicBezTo>
                  <a:cubicBezTo>
                    <a:pt x="0" y="71746"/>
                    <a:pt x="733" y="63261"/>
                    <a:pt x="733" y="70635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53" name="LE rat nose Skin shading 15"/>
            <p:cNvSpPr/>
            <p:nvPr/>
          </p:nvSpPr>
          <p:spPr>
            <a:xfrm>
              <a:off x="6768725" y="4655884"/>
              <a:ext cx="221323" cy="268413"/>
            </a:xfrm>
            <a:custGeom>
              <a:avLst/>
              <a:gdLst/>
              <a:ahLst/>
              <a:cxnLst/>
              <a:rect l="0" t="0" r="r" b="b"/>
              <a:pathLst>
                <a:path w="221323" h="268413" fill="norm">
                  <a:moveTo>
                    <a:pt x="91604" y="1355"/>
                  </a:moveTo>
                  <a:cubicBezTo>
                    <a:pt x="85006" y="7952"/>
                    <a:pt x="71879" y="5486"/>
                    <a:pt x="63194" y="7663"/>
                  </a:cubicBezTo>
                  <a:cubicBezTo>
                    <a:pt x="40582" y="13327"/>
                    <a:pt x="16815" y="45802"/>
                    <a:pt x="9529" y="67636"/>
                  </a:cubicBezTo>
                  <a:cubicBezTo>
                    <a:pt x="0" y="96224"/>
                    <a:pt x="2243" y="133141"/>
                    <a:pt x="9529" y="162305"/>
                  </a:cubicBezTo>
                  <a:cubicBezTo>
                    <a:pt x="11795" y="171346"/>
                    <a:pt x="19280" y="178876"/>
                    <a:pt x="22168" y="187561"/>
                  </a:cubicBezTo>
                  <a:cubicBezTo>
                    <a:pt x="22834" y="189560"/>
                    <a:pt x="21213" y="191981"/>
                    <a:pt x="22168" y="193869"/>
                  </a:cubicBezTo>
                  <a:cubicBezTo>
                    <a:pt x="27854" y="205242"/>
                    <a:pt x="38583" y="214082"/>
                    <a:pt x="44247" y="225433"/>
                  </a:cubicBezTo>
                  <a:cubicBezTo>
                    <a:pt x="49289" y="235495"/>
                    <a:pt x="45135" y="224233"/>
                    <a:pt x="50577" y="228587"/>
                  </a:cubicBezTo>
                  <a:cubicBezTo>
                    <a:pt x="55220" y="232296"/>
                    <a:pt x="58552" y="237494"/>
                    <a:pt x="63194" y="241203"/>
                  </a:cubicBezTo>
                  <a:cubicBezTo>
                    <a:pt x="64904" y="242581"/>
                    <a:pt x="70768" y="243114"/>
                    <a:pt x="72656" y="244358"/>
                  </a:cubicBezTo>
                  <a:cubicBezTo>
                    <a:pt x="85118" y="252665"/>
                    <a:pt x="93092" y="253420"/>
                    <a:pt x="107374" y="256996"/>
                  </a:cubicBezTo>
                  <a:cubicBezTo>
                    <a:pt x="120213" y="260195"/>
                    <a:pt x="90093" y="268413"/>
                    <a:pt x="123145" y="260150"/>
                  </a:cubicBezTo>
                  <a:cubicBezTo>
                    <a:pt x="124167" y="259884"/>
                    <a:pt x="124167" y="257241"/>
                    <a:pt x="123145" y="256996"/>
                  </a:cubicBezTo>
                  <a:cubicBezTo>
                    <a:pt x="119080" y="255975"/>
                    <a:pt x="114660" y="257818"/>
                    <a:pt x="110528" y="256996"/>
                  </a:cubicBezTo>
                  <a:cubicBezTo>
                    <a:pt x="104398" y="255775"/>
                    <a:pt x="94980" y="252865"/>
                    <a:pt x="88449" y="250688"/>
                  </a:cubicBezTo>
                  <a:cubicBezTo>
                    <a:pt x="69769" y="244469"/>
                    <a:pt x="46624" y="219524"/>
                    <a:pt x="34784" y="206486"/>
                  </a:cubicBezTo>
                  <a:cubicBezTo>
                    <a:pt x="31897" y="203309"/>
                    <a:pt x="30475" y="194691"/>
                    <a:pt x="28476" y="190715"/>
                  </a:cubicBezTo>
                  <a:cubicBezTo>
                    <a:pt x="25011" y="183785"/>
                    <a:pt x="17703" y="176032"/>
                    <a:pt x="15860" y="168614"/>
                  </a:cubicBezTo>
                  <a:cubicBezTo>
                    <a:pt x="9374" y="142714"/>
                    <a:pt x="7908" y="115970"/>
                    <a:pt x="9529" y="86561"/>
                  </a:cubicBezTo>
                  <a:cubicBezTo>
                    <a:pt x="9618" y="85073"/>
                    <a:pt x="12328" y="84851"/>
                    <a:pt x="12705" y="83407"/>
                  </a:cubicBezTo>
                  <a:cubicBezTo>
                    <a:pt x="15571" y="71901"/>
                    <a:pt x="17170" y="54598"/>
                    <a:pt x="25322" y="45535"/>
                  </a:cubicBezTo>
                  <a:cubicBezTo>
                    <a:pt x="28898" y="41559"/>
                    <a:pt x="53154" y="14127"/>
                    <a:pt x="66348" y="10817"/>
                  </a:cubicBezTo>
                  <a:cubicBezTo>
                    <a:pt x="77499" y="8041"/>
                    <a:pt x="82141" y="9773"/>
                    <a:pt x="94758" y="7663"/>
                  </a:cubicBezTo>
                  <a:cubicBezTo>
                    <a:pt x="103465" y="6219"/>
                    <a:pt x="90671" y="0"/>
                    <a:pt x="104220" y="4509"/>
                  </a:cubicBezTo>
                  <a:cubicBezTo>
                    <a:pt x="110284" y="6530"/>
                    <a:pt x="116837" y="6619"/>
                    <a:pt x="123145" y="7663"/>
                  </a:cubicBezTo>
                  <a:cubicBezTo>
                    <a:pt x="129564" y="8729"/>
                    <a:pt x="136139" y="14171"/>
                    <a:pt x="142092" y="17126"/>
                  </a:cubicBezTo>
                  <a:cubicBezTo>
                    <a:pt x="147601" y="19902"/>
                    <a:pt x="156152" y="19791"/>
                    <a:pt x="161017" y="23456"/>
                  </a:cubicBezTo>
                  <a:cubicBezTo>
                    <a:pt x="169569" y="29853"/>
                    <a:pt x="174278" y="35540"/>
                    <a:pt x="179964" y="42381"/>
                  </a:cubicBezTo>
                  <a:cubicBezTo>
                    <a:pt x="184140" y="47401"/>
                    <a:pt x="198156" y="59818"/>
                    <a:pt x="202065" y="67636"/>
                  </a:cubicBezTo>
                  <a:cubicBezTo>
                    <a:pt x="209040" y="81608"/>
                    <a:pt x="208884" y="99089"/>
                    <a:pt x="211528" y="114971"/>
                  </a:cubicBezTo>
                  <a:cubicBezTo>
                    <a:pt x="211772" y="116437"/>
                    <a:pt x="214549" y="116637"/>
                    <a:pt x="214682" y="118125"/>
                  </a:cubicBezTo>
                  <a:cubicBezTo>
                    <a:pt x="215859" y="131030"/>
                    <a:pt x="213549" y="157552"/>
                    <a:pt x="211528" y="171768"/>
                  </a:cubicBezTo>
                  <a:cubicBezTo>
                    <a:pt x="211306" y="173256"/>
                    <a:pt x="208507" y="173456"/>
                    <a:pt x="208374" y="174944"/>
                  </a:cubicBezTo>
                  <a:cubicBezTo>
                    <a:pt x="206885" y="191248"/>
                    <a:pt x="205331" y="214993"/>
                    <a:pt x="220990" y="225433"/>
                  </a:cubicBezTo>
                  <a:cubicBezTo>
                    <a:pt x="221323" y="225655"/>
                    <a:pt x="214726" y="213083"/>
                    <a:pt x="214682" y="212816"/>
                  </a:cubicBezTo>
                  <a:cubicBezTo>
                    <a:pt x="212127" y="192381"/>
                    <a:pt x="211839" y="182119"/>
                    <a:pt x="214682" y="162305"/>
                  </a:cubicBezTo>
                  <a:cubicBezTo>
                    <a:pt x="214882" y="160839"/>
                    <a:pt x="217769" y="160639"/>
                    <a:pt x="217836" y="159151"/>
                  </a:cubicBezTo>
                  <a:cubicBezTo>
                    <a:pt x="219058" y="134607"/>
                    <a:pt x="220279" y="108974"/>
                    <a:pt x="214682" y="86561"/>
                  </a:cubicBezTo>
                  <a:cubicBezTo>
                    <a:pt x="213949" y="83652"/>
                    <a:pt x="209329" y="79986"/>
                    <a:pt x="208374" y="77099"/>
                  </a:cubicBezTo>
                  <a:cubicBezTo>
                    <a:pt x="199355" y="50044"/>
                    <a:pt x="177698" y="27055"/>
                    <a:pt x="151555" y="13972"/>
                  </a:cubicBezTo>
                  <a:cubicBezTo>
                    <a:pt x="147201" y="11795"/>
                    <a:pt x="140471" y="12394"/>
                    <a:pt x="135784" y="10817"/>
                  </a:cubicBezTo>
                  <a:cubicBezTo>
                    <a:pt x="132319" y="9662"/>
                    <a:pt x="126566" y="4998"/>
                    <a:pt x="123145" y="4509"/>
                  </a:cubicBezTo>
                  <a:cubicBezTo>
                    <a:pt x="116903" y="3621"/>
                    <a:pt x="110462" y="5398"/>
                    <a:pt x="104220" y="4509"/>
                  </a:cubicBezTo>
                  <a:cubicBezTo>
                    <a:pt x="99933" y="3887"/>
                    <a:pt x="95935" y="1355"/>
                    <a:pt x="91604" y="1355"/>
                  </a:cubicBezTo>
                  <a:close/>
                </a:path>
              </a:pathLst>
            </a:custGeom>
            <a:solidFill>
              <a:srgbClr val="C7B2AE"/>
            </a:solidFill>
            <a:ln w="0" cap="rnd">
              <a:noFill/>
              <a:round/>
            </a:ln>
          </p:spPr>
        </p:sp>
        <p:sp>
          <p:nvSpPr>
            <p:cNvPr id="54" name="LE rat nose Charcoal shading 16"/>
            <p:cNvSpPr/>
            <p:nvPr/>
          </p:nvSpPr>
          <p:spPr>
            <a:xfrm>
              <a:off x="5213331" y="4679340"/>
              <a:ext cx="146312" cy="415792"/>
            </a:xfrm>
            <a:custGeom>
              <a:avLst/>
              <a:gdLst/>
              <a:ahLst/>
              <a:cxnLst/>
              <a:rect l="0" t="0" r="r" b="b"/>
              <a:pathLst>
                <a:path w="146312" h="415792" fill="norm">
                  <a:moveTo>
                    <a:pt x="110018" y="0"/>
                  </a:moveTo>
                  <a:cubicBezTo>
                    <a:pt x="107330" y="2665"/>
                    <a:pt x="103243" y="3621"/>
                    <a:pt x="100555" y="6308"/>
                  </a:cubicBezTo>
                  <a:cubicBezTo>
                    <a:pt x="97534" y="9329"/>
                    <a:pt x="97046" y="18792"/>
                    <a:pt x="94247" y="22079"/>
                  </a:cubicBezTo>
                  <a:cubicBezTo>
                    <a:pt x="88427" y="28854"/>
                    <a:pt x="82074" y="35206"/>
                    <a:pt x="75300" y="41026"/>
                  </a:cubicBezTo>
                  <a:cubicBezTo>
                    <a:pt x="74500" y="41692"/>
                    <a:pt x="72479" y="40027"/>
                    <a:pt x="72146" y="41026"/>
                  </a:cubicBezTo>
                  <a:cubicBezTo>
                    <a:pt x="70391" y="46268"/>
                    <a:pt x="72301" y="52399"/>
                    <a:pt x="68991" y="56797"/>
                  </a:cubicBezTo>
                  <a:cubicBezTo>
                    <a:pt x="48645" y="83940"/>
                    <a:pt x="32052" y="110817"/>
                    <a:pt x="21657" y="142003"/>
                  </a:cubicBezTo>
                  <a:cubicBezTo>
                    <a:pt x="19725" y="147756"/>
                    <a:pt x="13350" y="155131"/>
                    <a:pt x="12172" y="160950"/>
                  </a:cubicBezTo>
                  <a:cubicBezTo>
                    <a:pt x="9574" y="174011"/>
                    <a:pt x="11328" y="178698"/>
                    <a:pt x="9018" y="192514"/>
                  </a:cubicBezTo>
                  <a:cubicBezTo>
                    <a:pt x="8774" y="193980"/>
                    <a:pt x="5953" y="194180"/>
                    <a:pt x="5864" y="195668"/>
                  </a:cubicBezTo>
                  <a:cubicBezTo>
                    <a:pt x="4887" y="214571"/>
                    <a:pt x="6864" y="233562"/>
                    <a:pt x="5864" y="252465"/>
                  </a:cubicBezTo>
                  <a:cubicBezTo>
                    <a:pt x="5820" y="253642"/>
                    <a:pt x="0" y="256063"/>
                    <a:pt x="2710" y="258773"/>
                  </a:cubicBezTo>
                  <a:cubicBezTo>
                    <a:pt x="5042" y="261106"/>
                    <a:pt x="18503" y="271412"/>
                    <a:pt x="15349" y="277720"/>
                  </a:cubicBezTo>
                  <a:cubicBezTo>
                    <a:pt x="10973" y="286450"/>
                    <a:pt x="4642" y="272789"/>
                    <a:pt x="9018" y="290337"/>
                  </a:cubicBezTo>
                  <a:cubicBezTo>
                    <a:pt x="10373" y="295712"/>
                    <a:pt x="15971" y="304242"/>
                    <a:pt x="18503" y="309284"/>
                  </a:cubicBezTo>
                  <a:cubicBezTo>
                    <a:pt x="21924" y="316125"/>
                    <a:pt x="28721" y="310395"/>
                    <a:pt x="34274" y="318747"/>
                  </a:cubicBezTo>
                  <a:cubicBezTo>
                    <a:pt x="36539" y="322123"/>
                    <a:pt x="31830" y="322945"/>
                    <a:pt x="31119" y="325055"/>
                  </a:cubicBezTo>
                  <a:cubicBezTo>
                    <a:pt x="27965" y="334517"/>
                    <a:pt x="46290" y="351110"/>
                    <a:pt x="50044" y="353464"/>
                  </a:cubicBezTo>
                  <a:cubicBezTo>
                    <a:pt x="66215" y="363549"/>
                    <a:pt x="53798" y="341714"/>
                    <a:pt x="65837" y="359773"/>
                  </a:cubicBezTo>
                  <a:cubicBezTo>
                    <a:pt x="66637" y="360972"/>
                    <a:pt x="69902" y="367414"/>
                    <a:pt x="68991" y="369235"/>
                  </a:cubicBezTo>
                  <a:cubicBezTo>
                    <a:pt x="67459" y="372278"/>
                    <a:pt x="60173" y="371812"/>
                    <a:pt x="62683" y="375543"/>
                  </a:cubicBezTo>
                  <a:cubicBezTo>
                    <a:pt x="75633" y="394979"/>
                    <a:pt x="62350" y="372967"/>
                    <a:pt x="75300" y="375543"/>
                  </a:cubicBezTo>
                  <a:cubicBezTo>
                    <a:pt x="80453" y="376587"/>
                    <a:pt x="83718" y="381874"/>
                    <a:pt x="87916" y="385028"/>
                  </a:cubicBezTo>
                  <a:cubicBezTo>
                    <a:pt x="91492" y="387693"/>
                    <a:pt x="96512" y="390115"/>
                    <a:pt x="97401" y="394490"/>
                  </a:cubicBezTo>
                  <a:cubicBezTo>
                    <a:pt x="97978" y="397400"/>
                    <a:pt x="93558" y="399155"/>
                    <a:pt x="91093" y="400799"/>
                  </a:cubicBezTo>
                  <a:cubicBezTo>
                    <a:pt x="90204" y="401376"/>
                    <a:pt x="87294" y="399955"/>
                    <a:pt x="87916" y="400799"/>
                  </a:cubicBezTo>
                  <a:cubicBezTo>
                    <a:pt x="91492" y="405552"/>
                    <a:pt x="95913" y="409706"/>
                    <a:pt x="100555" y="413415"/>
                  </a:cubicBezTo>
                  <a:cubicBezTo>
                    <a:pt x="103509" y="415792"/>
                    <a:pt x="106863" y="409217"/>
                    <a:pt x="110018" y="407107"/>
                  </a:cubicBezTo>
                  <a:cubicBezTo>
                    <a:pt x="120169" y="400354"/>
                    <a:pt x="137827" y="384251"/>
                    <a:pt x="141581" y="369235"/>
                  </a:cubicBezTo>
                  <a:cubicBezTo>
                    <a:pt x="145824" y="352243"/>
                    <a:pt x="146312" y="328231"/>
                    <a:pt x="138427" y="312438"/>
                  </a:cubicBezTo>
                  <a:cubicBezTo>
                    <a:pt x="128631" y="292847"/>
                    <a:pt x="110595" y="276299"/>
                    <a:pt x="103709" y="255619"/>
                  </a:cubicBezTo>
                  <a:cubicBezTo>
                    <a:pt x="88538" y="210151"/>
                    <a:pt x="81786" y="157063"/>
                    <a:pt x="94247" y="107285"/>
                  </a:cubicBezTo>
                  <a:cubicBezTo>
                    <a:pt x="97912" y="92581"/>
                    <a:pt x="103198" y="73589"/>
                    <a:pt x="110018" y="59951"/>
                  </a:cubicBezTo>
                  <a:cubicBezTo>
                    <a:pt x="114016" y="51955"/>
                    <a:pt x="116637" y="46424"/>
                    <a:pt x="119480" y="37872"/>
                  </a:cubicBezTo>
                  <a:cubicBezTo>
                    <a:pt x="119969" y="36450"/>
                    <a:pt x="122634" y="36184"/>
                    <a:pt x="122634" y="34696"/>
                  </a:cubicBezTo>
                  <a:cubicBezTo>
                    <a:pt x="122634" y="27254"/>
                    <a:pt x="102488" y="31031"/>
                    <a:pt x="100555" y="25233"/>
                  </a:cubicBezTo>
                  <a:cubicBezTo>
                    <a:pt x="97490" y="16082"/>
                    <a:pt x="110018" y="8530"/>
                    <a:pt x="110018" y="0"/>
                  </a:cubicBezTo>
                  <a:close/>
                </a:path>
              </a:pathLst>
            </a:custGeom>
            <a:solidFill>
              <a:srgbClr val="252623"/>
            </a:solidFill>
            <a:ln w="0" cap="rnd">
              <a:noFill/>
              <a:round/>
            </a:ln>
          </p:spPr>
        </p:sp>
        <p:sp>
          <p:nvSpPr>
            <p:cNvPr id="55" name="LE rat nose Charcoal shading 17"/>
            <p:cNvSpPr/>
            <p:nvPr/>
          </p:nvSpPr>
          <p:spPr>
            <a:xfrm>
              <a:off x="6941693" y="4559993"/>
              <a:ext cx="186894" cy="153220"/>
            </a:xfrm>
            <a:custGeom>
              <a:avLst/>
              <a:gdLst/>
              <a:ahLst/>
              <a:cxnLst/>
              <a:rect l="0" t="0" r="r" b="b"/>
              <a:pathLst>
                <a:path w="186894" h="153220" fill="norm">
                  <a:moveTo>
                    <a:pt x="6997" y="21502"/>
                  </a:moveTo>
                  <a:cubicBezTo>
                    <a:pt x="6997" y="33652"/>
                    <a:pt x="0" y="20524"/>
                    <a:pt x="3843" y="43603"/>
                  </a:cubicBezTo>
                  <a:cubicBezTo>
                    <a:pt x="6397" y="58885"/>
                    <a:pt x="16059" y="68014"/>
                    <a:pt x="22768" y="81475"/>
                  </a:cubicBezTo>
                  <a:cubicBezTo>
                    <a:pt x="25278" y="86472"/>
                    <a:pt x="23656" y="98245"/>
                    <a:pt x="32252" y="100400"/>
                  </a:cubicBezTo>
                  <a:cubicBezTo>
                    <a:pt x="38361" y="101932"/>
                    <a:pt x="44935" y="99511"/>
                    <a:pt x="51177" y="100400"/>
                  </a:cubicBezTo>
                  <a:cubicBezTo>
                    <a:pt x="52643" y="100622"/>
                    <a:pt x="52887" y="103265"/>
                    <a:pt x="54331" y="103554"/>
                  </a:cubicBezTo>
                  <a:cubicBezTo>
                    <a:pt x="58463" y="104376"/>
                    <a:pt x="62839" y="102732"/>
                    <a:pt x="66970" y="103554"/>
                  </a:cubicBezTo>
                  <a:cubicBezTo>
                    <a:pt x="70613" y="104287"/>
                    <a:pt x="75922" y="108640"/>
                    <a:pt x="79587" y="109862"/>
                  </a:cubicBezTo>
                  <a:cubicBezTo>
                    <a:pt x="91115" y="113705"/>
                    <a:pt x="102754" y="115482"/>
                    <a:pt x="114304" y="119347"/>
                  </a:cubicBezTo>
                  <a:cubicBezTo>
                    <a:pt x="119835" y="121190"/>
                    <a:pt x="124544" y="126966"/>
                    <a:pt x="130075" y="128809"/>
                  </a:cubicBezTo>
                  <a:cubicBezTo>
                    <a:pt x="139849" y="132052"/>
                    <a:pt x="149333" y="133696"/>
                    <a:pt x="158485" y="138272"/>
                  </a:cubicBezTo>
                  <a:cubicBezTo>
                    <a:pt x="164860" y="141470"/>
                    <a:pt x="171190" y="144624"/>
                    <a:pt x="177410" y="147734"/>
                  </a:cubicBezTo>
                  <a:cubicBezTo>
                    <a:pt x="179520" y="148800"/>
                    <a:pt x="183340" y="153220"/>
                    <a:pt x="183740" y="150888"/>
                  </a:cubicBezTo>
                  <a:cubicBezTo>
                    <a:pt x="186894" y="131897"/>
                    <a:pt x="180675" y="132408"/>
                    <a:pt x="177410" y="119347"/>
                  </a:cubicBezTo>
                  <a:cubicBezTo>
                    <a:pt x="175566" y="111906"/>
                    <a:pt x="176566" y="107285"/>
                    <a:pt x="174255" y="100400"/>
                  </a:cubicBezTo>
                  <a:cubicBezTo>
                    <a:pt x="171235" y="91293"/>
                    <a:pt x="163927" y="83341"/>
                    <a:pt x="158485" y="75144"/>
                  </a:cubicBezTo>
                  <a:cubicBezTo>
                    <a:pt x="156597" y="72301"/>
                    <a:pt x="154264" y="64860"/>
                    <a:pt x="152176" y="62528"/>
                  </a:cubicBezTo>
                  <a:cubicBezTo>
                    <a:pt x="128965" y="36739"/>
                    <a:pt x="110884" y="24567"/>
                    <a:pt x="82741" y="15193"/>
                  </a:cubicBezTo>
                  <a:cubicBezTo>
                    <a:pt x="57508" y="6775"/>
                    <a:pt x="28498" y="0"/>
                    <a:pt x="6997" y="21502"/>
                  </a:cubicBezTo>
                  <a:close/>
                </a:path>
              </a:pathLst>
            </a:custGeom>
            <a:solidFill>
              <a:srgbClr val="252623"/>
            </a:solidFill>
            <a:ln w="0" cap="rnd">
              <a:noFill/>
              <a:round/>
            </a:ln>
          </p:spPr>
        </p:sp>
        <p:sp>
          <p:nvSpPr>
            <p:cNvPr id="56" name="LE rat nose Charcoal shading 18"/>
            <p:cNvSpPr/>
            <p:nvPr/>
          </p:nvSpPr>
          <p:spPr>
            <a:xfrm>
              <a:off x="5728235" y="4328030"/>
              <a:ext cx="1788623" cy="975586"/>
            </a:xfrm>
            <a:custGeom>
              <a:avLst/>
              <a:gdLst/>
              <a:ahLst/>
              <a:cxnLst/>
              <a:rect l="0" t="0" r="r" b="b"/>
              <a:pathLst>
                <a:path w="1788623" h="975586" fill="norm">
                  <a:moveTo>
                    <a:pt x="2243" y="57796"/>
                  </a:moveTo>
                  <a:cubicBezTo>
                    <a:pt x="9996" y="57796"/>
                    <a:pt x="14549" y="53132"/>
                    <a:pt x="21168" y="51488"/>
                  </a:cubicBezTo>
                  <a:cubicBezTo>
                    <a:pt x="40204" y="46735"/>
                    <a:pt x="58107" y="45335"/>
                    <a:pt x="77987" y="42003"/>
                  </a:cubicBezTo>
                  <a:cubicBezTo>
                    <a:pt x="79453" y="41759"/>
                    <a:pt x="79653" y="39049"/>
                    <a:pt x="81142" y="38849"/>
                  </a:cubicBezTo>
                  <a:cubicBezTo>
                    <a:pt x="88449" y="37939"/>
                    <a:pt x="95935" y="39760"/>
                    <a:pt x="103221" y="38849"/>
                  </a:cubicBezTo>
                  <a:cubicBezTo>
                    <a:pt x="104709" y="38672"/>
                    <a:pt x="104909" y="35828"/>
                    <a:pt x="106397" y="35695"/>
                  </a:cubicBezTo>
                  <a:cubicBezTo>
                    <a:pt x="141292" y="32785"/>
                    <a:pt x="196268" y="31430"/>
                    <a:pt x="226321" y="32541"/>
                  </a:cubicBezTo>
                  <a:cubicBezTo>
                    <a:pt x="227809" y="32608"/>
                    <a:pt x="227987" y="35562"/>
                    <a:pt x="229475" y="35695"/>
                  </a:cubicBezTo>
                  <a:cubicBezTo>
                    <a:pt x="239937" y="36650"/>
                    <a:pt x="250555" y="34740"/>
                    <a:pt x="261039" y="35695"/>
                  </a:cubicBezTo>
                  <a:cubicBezTo>
                    <a:pt x="262505" y="35828"/>
                    <a:pt x="262705" y="38672"/>
                    <a:pt x="264193" y="38849"/>
                  </a:cubicBezTo>
                  <a:cubicBezTo>
                    <a:pt x="285295" y="41493"/>
                    <a:pt x="303598" y="41737"/>
                    <a:pt x="324144" y="45158"/>
                  </a:cubicBezTo>
                  <a:cubicBezTo>
                    <a:pt x="333718" y="46757"/>
                    <a:pt x="346245" y="52732"/>
                    <a:pt x="355708" y="54642"/>
                  </a:cubicBezTo>
                  <a:cubicBezTo>
                    <a:pt x="366281" y="56752"/>
                    <a:pt x="371056" y="55309"/>
                    <a:pt x="380963" y="57796"/>
                  </a:cubicBezTo>
                  <a:cubicBezTo>
                    <a:pt x="384628" y="58707"/>
                    <a:pt x="389915" y="63194"/>
                    <a:pt x="393580" y="64105"/>
                  </a:cubicBezTo>
                  <a:cubicBezTo>
                    <a:pt x="402198" y="66259"/>
                    <a:pt x="407063" y="65104"/>
                    <a:pt x="415681" y="67259"/>
                  </a:cubicBezTo>
                  <a:cubicBezTo>
                    <a:pt x="422878" y="69058"/>
                    <a:pt x="430674" y="74367"/>
                    <a:pt x="437760" y="76721"/>
                  </a:cubicBezTo>
                  <a:cubicBezTo>
                    <a:pt x="452465" y="81630"/>
                    <a:pt x="467258" y="84451"/>
                    <a:pt x="481940" y="89360"/>
                  </a:cubicBezTo>
                  <a:cubicBezTo>
                    <a:pt x="492758" y="92958"/>
                    <a:pt x="502664" y="101510"/>
                    <a:pt x="513504" y="105131"/>
                  </a:cubicBezTo>
                  <a:cubicBezTo>
                    <a:pt x="552820" y="118236"/>
                    <a:pt x="592113" y="135451"/>
                    <a:pt x="627120" y="158796"/>
                  </a:cubicBezTo>
                  <a:cubicBezTo>
                    <a:pt x="643246" y="169524"/>
                    <a:pt x="664414" y="176277"/>
                    <a:pt x="680785" y="187183"/>
                  </a:cubicBezTo>
                  <a:cubicBezTo>
                    <a:pt x="709194" y="206130"/>
                    <a:pt x="735227" y="225077"/>
                    <a:pt x="762837" y="247156"/>
                  </a:cubicBezTo>
                  <a:cubicBezTo>
                    <a:pt x="817879" y="291181"/>
                    <a:pt x="873721" y="343136"/>
                    <a:pt x="895378" y="408107"/>
                  </a:cubicBezTo>
                  <a:cubicBezTo>
                    <a:pt x="897799" y="415370"/>
                    <a:pt x="903330" y="422522"/>
                    <a:pt x="904862" y="430208"/>
                  </a:cubicBezTo>
                  <a:cubicBezTo>
                    <a:pt x="915436" y="483140"/>
                    <a:pt x="904041" y="537160"/>
                    <a:pt x="876453" y="578542"/>
                  </a:cubicBezTo>
                  <a:cubicBezTo>
                    <a:pt x="860793" y="602020"/>
                    <a:pt x="844489" y="623499"/>
                    <a:pt x="832273" y="647955"/>
                  </a:cubicBezTo>
                  <a:cubicBezTo>
                    <a:pt x="829629" y="653242"/>
                    <a:pt x="824654" y="658195"/>
                    <a:pt x="822788" y="663748"/>
                  </a:cubicBezTo>
                  <a:cubicBezTo>
                    <a:pt x="812148" y="695711"/>
                    <a:pt x="808039" y="726409"/>
                    <a:pt x="810171" y="764725"/>
                  </a:cubicBezTo>
                  <a:cubicBezTo>
                    <a:pt x="810571" y="772011"/>
                    <a:pt x="821988" y="763792"/>
                    <a:pt x="822788" y="771056"/>
                  </a:cubicBezTo>
                  <a:cubicBezTo>
                    <a:pt x="823721" y="779407"/>
                    <a:pt x="821877" y="787937"/>
                    <a:pt x="822788" y="796289"/>
                  </a:cubicBezTo>
                  <a:cubicBezTo>
                    <a:pt x="822966" y="797777"/>
                    <a:pt x="825720" y="797977"/>
                    <a:pt x="825964" y="799443"/>
                  </a:cubicBezTo>
                  <a:cubicBezTo>
                    <a:pt x="828252" y="813259"/>
                    <a:pt x="826497" y="817946"/>
                    <a:pt x="829119" y="831007"/>
                  </a:cubicBezTo>
                  <a:cubicBezTo>
                    <a:pt x="829852" y="834672"/>
                    <a:pt x="834205" y="839958"/>
                    <a:pt x="835427" y="843645"/>
                  </a:cubicBezTo>
                  <a:cubicBezTo>
                    <a:pt x="840358" y="858439"/>
                    <a:pt x="844245" y="870767"/>
                    <a:pt x="851198" y="884671"/>
                  </a:cubicBezTo>
                  <a:cubicBezTo>
                    <a:pt x="853863" y="890002"/>
                    <a:pt x="857861" y="894845"/>
                    <a:pt x="860660" y="900442"/>
                  </a:cubicBezTo>
                  <a:cubicBezTo>
                    <a:pt x="861615" y="902330"/>
                    <a:pt x="858927" y="905595"/>
                    <a:pt x="860660" y="906751"/>
                  </a:cubicBezTo>
                  <a:cubicBezTo>
                    <a:pt x="866946" y="910949"/>
                    <a:pt x="877830" y="901686"/>
                    <a:pt x="882761" y="900442"/>
                  </a:cubicBezTo>
                  <a:cubicBezTo>
                    <a:pt x="891113" y="898354"/>
                    <a:pt x="903352" y="900220"/>
                    <a:pt x="911171" y="897288"/>
                  </a:cubicBezTo>
                  <a:cubicBezTo>
                    <a:pt x="917923" y="894756"/>
                    <a:pt x="923032" y="887026"/>
                    <a:pt x="930096" y="884671"/>
                  </a:cubicBezTo>
                  <a:cubicBezTo>
                    <a:pt x="943645" y="880140"/>
                    <a:pt x="930873" y="886360"/>
                    <a:pt x="939580" y="887826"/>
                  </a:cubicBezTo>
                  <a:cubicBezTo>
                    <a:pt x="944756" y="888692"/>
                    <a:pt x="950153" y="888692"/>
                    <a:pt x="955351" y="887826"/>
                  </a:cubicBezTo>
                  <a:cubicBezTo>
                    <a:pt x="960882" y="886893"/>
                    <a:pt x="957239" y="880895"/>
                    <a:pt x="958505" y="878341"/>
                  </a:cubicBezTo>
                  <a:cubicBezTo>
                    <a:pt x="962592" y="870211"/>
                    <a:pt x="971211" y="872010"/>
                    <a:pt x="977452" y="868879"/>
                  </a:cubicBezTo>
                  <a:cubicBezTo>
                    <a:pt x="978763" y="868212"/>
                    <a:pt x="979185" y="865258"/>
                    <a:pt x="980606" y="865724"/>
                  </a:cubicBezTo>
                  <a:cubicBezTo>
                    <a:pt x="990913" y="869167"/>
                    <a:pt x="985449" y="877341"/>
                    <a:pt x="986915" y="884671"/>
                  </a:cubicBezTo>
                  <a:cubicBezTo>
                    <a:pt x="987115" y="885693"/>
                    <a:pt x="991202" y="889847"/>
                    <a:pt x="993223" y="887826"/>
                  </a:cubicBezTo>
                  <a:cubicBezTo>
                    <a:pt x="999931" y="881118"/>
                    <a:pt x="973521" y="887026"/>
                    <a:pt x="999531" y="878341"/>
                  </a:cubicBezTo>
                  <a:cubicBezTo>
                    <a:pt x="1003530" y="877030"/>
                    <a:pt x="1008283" y="880007"/>
                    <a:pt x="1012148" y="878341"/>
                  </a:cubicBezTo>
                  <a:cubicBezTo>
                    <a:pt x="1065058" y="855684"/>
                    <a:pt x="970367" y="880051"/>
                    <a:pt x="1037403" y="868879"/>
                  </a:cubicBezTo>
                  <a:cubicBezTo>
                    <a:pt x="1042801" y="867990"/>
                    <a:pt x="1039602" y="858683"/>
                    <a:pt x="1046866" y="856262"/>
                  </a:cubicBezTo>
                  <a:cubicBezTo>
                    <a:pt x="1050864" y="854929"/>
                    <a:pt x="1055506" y="857595"/>
                    <a:pt x="1059504" y="856262"/>
                  </a:cubicBezTo>
                  <a:cubicBezTo>
                    <a:pt x="1063103" y="855062"/>
                    <a:pt x="1069500" y="847710"/>
                    <a:pt x="1065813" y="846800"/>
                  </a:cubicBezTo>
                  <a:cubicBezTo>
                    <a:pt x="1056084" y="844356"/>
                    <a:pt x="1045333" y="850465"/>
                    <a:pt x="1037403" y="853108"/>
                  </a:cubicBezTo>
                  <a:cubicBezTo>
                    <a:pt x="1035404" y="853774"/>
                    <a:pt x="1032894" y="852019"/>
                    <a:pt x="1031095" y="853108"/>
                  </a:cubicBezTo>
                  <a:cubicBezTo>
                    <a:pt x="1025475" y="856484"/>
                    <a:pt x="1021433" y="863681"/>
                    <a:pt x="1015324" y="865724"/>
                  </a:cubicBezTo>
                  <a:cubicBezTo>
                    <a:pt x="1010815" y="867235"/>
                    <a:pt x="999576" y="872099"/>
                    <a:pt x="996377" y="865724"/>
                  </a:cubicBezTo>
                  <a:cubicBezTo>
                    <a:pt x="993623" y="860216"/>
                    <a:pt x="1005462" y="854863"/>
                    <a:pt x="1008994" y="853108"/>
                  </a:cubicBezTo>
                  <a:cubicBezTo>
                    <a:pt x="1013147" y="851020"/>
                    <a:pt x="1017057" y="851464"/>
                    <a:pt x="1021633" y="849954"/>
                  </a:cubicBezTo>
                  <a:cubicBezTo>
                    <a:pt x="1035671" y="845267"/>
                    <a:pt x="1049420" y="834472"/>
                    <a:pt x="1062659" y="827852"/>
                  </a:cubicBezTo>
                  <a:cubicBezTo>
                    <a:pt x="1068567" y="824898"/>
                    <a:pt x="1073676" y="815747"/>
                    <a:pt x="1081584" y="818390"/>
                  </a:cubicBezTo>
                  <a:cubicBezTo>
                    <a:pt x="1092201" y="821922"/>
                    <a:pt x="1075808" y="829163"/>
                    <a:pt x="1072121" y="831007"/>
                  </a:cubicBezTo>
                  <a:cubicBezTo>
                    <a:pt x="1070011" y="832073"/>
                    <a:pt x="1066746" y="836582"/>
                    <a:pt x="1068967" y="837315"/>
                  </a:cubicBezTo>
                  <a:cubicBezTo>
                    <a:pt x="1071966" y="838314"/>
                    <a:pt x="1075364" y="836560"/>
                    <a:pt x="1078429" y="837315"/>
                  </a:cubicBezTo>
                  <a:cubicBezTo>
                    <a:pt x="1087425" y="839581"/>
                    <a:pt x="1076630" y="846355"/>
                    <a:pt x="1078429" y="849954"/>
                  </a:cubicBezTo>
                  <a:cubicBezTo>
                    <a:pt x="1078674" y="850442"/>
                    <a:pt x="1087892" y="862748"/>
                    <a:pt x="1087892" y="859416"/>
                  </a:cubicBezTo>
                  <a:cubicBezTo>
                    <a:pt x="1087892" y="857928"/>
                    <a:pt x="1085049" y="857728"/>
                    <a:pt x="1084738" y="856262"/>
                  </a:cubicBezTo>
                  <a:cubicBezTo>
                    <a:pt x="1081450" y="839780"/>
                    <a:pt x="1084049" y="845156"/>
                    <a:pt x="1091068" y="840469"/>
                  </a:cubicBezTo>
                  <a:cubicBezTo>
                    <a:pt x="1093534" y="838825"/>
                    <a:pt x="1094444" y="834694"/>
                    <a:pt x="1097376" y="834161"/>
                  </a:cubicBezTo>
                  <a:cubicBezTo>
                    <a:pt x="1106372" y="832539"/>
                    <a:pt x="1133560" y="835471"/>
                    <a:pt x="1144711" y="837315"/>
                  </a:cubicBezTo>
                  <a:cubicBezTo>
                    <a:pt x="1152596" y="838648"/>
                    <a:pt x="1145044" y="840824"/>
                    <a:pt x="1147865" y="843645"/>
                  </a:cubicBezTo>
                  <a:cubicBezTo>
                    <a:pt x="1150508" y="846289"/>
                    <a:pt x="1153107" y="840624"/>
                    <a:pt x="1154173" y="840469"/>
                  </a:cubicBezTo>
                  <a:cubicBezTo>
                    <a:pt x="1163125" y="839203"/>
                    <a:pt x="1176874" y="841424"/>
                    <a:pt x="1185737" y="843645"/>
                  </a:cubicBezTo>
                  <a:cubicBezTo>
                    <a:pt x="1189580" y="844600"/>
                    <a:pt x="1194533" y="848665"/>
                    <a:pt x="1198354" y="849954"/>
                  </a:cubicBezTo>
                  <a:cubicBezTo>
                    <a:pt x="1209904" y="853796"/>
                    <a:pt x="1221543" y="855573"/>
                    <a:pt x="1233071" y="859416"/>
                  </a:cubicBezTo>
                  <a:cubicBezTo>
                    <a:pt x="1235959" y="860371"/>
                    <a:pt x="1239624" y="864991"/>
                    <a:pt x="1242556" y="865724"/>
                  </a:cubicBezTo>
                  <a:cubicBezTo>
                    <a:pt x="1245599" y="866502"/>
                    <a:pt x="1248953" y="864969"/>
                    <a:pt x="1252019" y="865724"/>
                  </a:cubicBezTo>
                  <a:cubicBezTo>
                    <a:pt x="1254928" y="866457"/>
                    <a:pt x="1258593" y="871078"/>
                    <a:pt x="1261481" y="872033"/>
                  </a:cubicBezTo>
                  <a:cubicBezTo>
                    <a:pt x="1270566" y="875076"/>
                    <a:pt x="1280983" y="879274"/>
                    <a:pt x="1289890" y="881517"/>
                  </a:cubicBezTo>
                  <a:cubicBezTo>
                    <a:pt x="1310237" y="886604"/>
                    <a:pt x="1329184" y="890002"/>
                    <a:pt x="1349841" y="894134"/>
                  </a:cubicBezTo>
                  <a:cubicBezTo>
                    <a:pt x="1358415" y="895844"/>
                    <a:pt x="1369655" y="902175"/>
                    <a:pt x="1378251" y="903596"/>
                  </a:cubicBezTo>
                  <a:cubicBezTo>
                    <a:pt x="1383449" y="904463"/>
                    <a:pt x="1388846" y="902730"/>
                    <a:pt x="1394044" y="903596"/>
                  </a:cubicBezTo>
                  <a:cubicBezTo>
                    <a:pt x="1398042" y="904263"/>
                    <a:pt x="1405816" y="909349"/>
                    <a:pt x="1409815" y="909905"/>
                  </a:cubicBezTo>
                  <a:cubicBezTo>
                    <a:pt x="1416056" y="910815"/>
                    <a:pt x="1422498" y="909016"/>
                    <a:pt x="1428740" y="909905"/>
                  </a:cubicBezTo>
                  <a:cubicBezTo>
                    <a:pt x="1430228" y="910127"/>
                    <a:pt x="1430450" y="912770"/>
                    <a:pt x="1431916" y="913059"/>
                  </a:cubicBezTo>
                  <a:cubicBezTo>
                    <a:pt x="1436025" y="913903"/>
                    <a:pt x="1440401" y="912237"/>
                    <a:pt x="1444533" y="913059"/>
                  </a:cubicBezTo>
                  <a:cubicBezTo>
                    <a:pt x="1449597" y="914081"/>
                    <a:pt x="1458460" y="918545"/>
                    <a:pt x="1463457" y="919389"/>
                  </a:cubicBezTo>
                  <a:cubicBezTo>
                    <a:pt x="1468655" y="920256"/>
                    <a:pt x="1474053" y="918523"/>
                    <a:pt x="1479250" y="919389"/>
                  </a:cubicBezTo>
                  <a:cubicBezTo>
                    <a:pt x="1487958" y="920833"/>
                    <a:pt x="1475163" y="927053"/>
                    <a:pt x="1488713" y="922543"/>
                  </a:cubicBezTo>
                  <a:cubicBezTo>
                    <a:pt x="1494866" y="920478"/>
                    <a:pt x="1501263" y="918345"/>
                    <a:pt x="1507660" y="916213"/>
                  </a:cubicBezTo>
                  <a:cubicBezTo>
                    <a:pt x="1510725" y="915191"/>
                    <a:pt x="1509903" y="911037"/>
                    <a:pt x="1513968" y="913059"/>
                  </a:cubicBezTo>
                  <a:cubicBezTo>
                    <a:pt x="1526474" y="919323"/>
                    <a:pt x="1504817" y="924276"/>
                    <a:pt x="1507660" y="925698"/>
                  </a:cubicBezTo>
                  <a:cubicBezTo>
                    <a:pt x="1516834" y="930296"/>
                    <a:pt x="1529095" y="929474"/>
                    <a:pt x="1539201" y="932006"/>
                  </a:cubicBezTo>
                  <a:cubicBezTo>
                    <a:pt x="1542889" y="932917"/>
                    <a:pt x="1548175" y="937403"/>
                    <a:pt x="1551840" y="938314"/>
                  </a:cubicBezTo>
                  <a:cubicBezTo>
                    <a:pt x="1564146" y="941402"/>
                    <a:pt x="1568766" y="939380"/>
                    <a:pt x="1583404" y="941468"/>
                  </a:cubicBezTo>
                  <a:cubicBezTo>
                    <a:pt x="1585825" y="941824"/>
                    <a:pt x="1590467" y="946977"/>
                    <a:pt x="1592866" y="947777"/>
                  </a:cubicBezTo>
                  <a:cubicBezTo>
                    <a:pt x="1602418" y="950975"/>
                    <a:pt x="1611280" y="951597"/>
                    <a:pt x="1621276" y="954085"/>
                  </a:cubicBezTo>
                  <a:cubicBezTo>
                    <a:pt x="1627473" y="955640"/>
                    <a:pt x="1633892" y="956195"/>
                    <a:pt x="1640201" y="957261"/>
                  </a:cubicBezTo>
                  <a:cubicBezTo>
                    <a:pt x="1644043" y="957883"/>
                    <a:pt x="1641911" y="962703"/>
                    <a:pt x="1646509" y="960415"/>
                  </a:cubicBezTo>
                  <a:cubicBezTo>
                    <a:pt x="1650152" y="958594"/>
                    <a:pt x="1655883" y="952019"/>
                    <a:pt x="1659148" y="950931"/>
                  </a:cubicBezTo>
                  <a:cubicBezTo>
                    <a:pt x="1665700" y="948754"/>
                    <a:pt x="1656704" y="963059"/>
                    <a:pt x="1662302" y="963570"/>
                  </a:cubicBezTo>
                  <a:cubicBezTo>
                    <a:pt x="1672764" y="964525"/>
                    <a:pt x="1683470" y="965302"/>
                    <a:pt x="1693843" y="963570"/>
                  </a:cubicBezTo>
                  <a:cubicBezTo>
                    <a:pt x="1696798" y="963081"/>
                    <a:pt x="1697197" y="957261"/>
                    <a:pt x="1700174" y="957261"/>
                  </a:cubicBezTo>
                  <a:cubicBezTo>
                    <a:pt x="1703150" y="957261"/>
                    <a:pt x="1703617" y="962748"/>
                    <a:pt x="1706482" y="963570"/>
                  </a:cubicBezTo>
                  <a:cubicBezTo>
                    <a:pt x="1748574" y="975586"/>
                    <a:pt x="1711524" y="963881"/>
                    <a:pt x="1725407" y="960415"/>
                  </a:cubicBezTo>
                  <a:cubicBezTo>
                    <a:pt x="1744199" y="955706"/>
                    <a:pt x="1755105" y="952552"/>
                    <a:pt x="1769587" y="935160"/>
                  </a:cubicBezTo>
                  <a:cubicBezTo>
                    <a:pt x="1771920" y="932384"/>
                    <a:pt x="1767077" y="930096"/>
                    <a:pt x="1766433" y="928852"/>
                  </a:cubicBezTo>
                  <a:cubicBezTo>
                    <a:pt x="1763590" y="923121"/>
                    <a:pt x="1765078" y="920211"/>
                    <a:pt x="1763279" y="913059"/>
                  </a:cubicBezTo>
                  <a:cubicBezTo>
                    <a:pt x="1762924" y="911615"/>
                    <a:pt x="1760236" y="911393"/>
                    <a:pt x="1760125" y="909905"/>
                  </a:cubicBezTo>
                  <a:cubicBezTo>
                    <a:pt x="1759148" y="896266"/>
                    <a:pt x="1759148" y="882517"/>
                    <a:pt x="1760125" y="868879"/>
                  </a:cubicBezTo>
                  <a:cubicBezTo>
                    <a:pt x="1760725" y="860682"/>
                    <a:pt x="1768788" y="854019"/>
                    <a:pt x="1775918" y="849954"/>
                  </a:cubicBezTo>
                  <a:cubicBezTo>
                    <a:pt x="1776740" y="849487"/>
                    <a:pt x="1788623" y="853263"/>
                    <a:pt x="1785380" y="846800"/>
                  </a:cubicBezTo>
                  <a:cubicBezTo>
                    <a:pt x="1772319" y="820656"/>
                    <a:pt x="1757682" y="795778"/>
                    <a:pt x="1741200" y="771056"/>
                  </a:cubicBezTo>
                  <a:cubicBezTo>
                    <a:pt x="1738401" y="766880"/>
                    <a:pt x="1737668" y="759439"/>
                    <a:pt x="1734892" y="755263"/>
                  </a:cubicBezTo>
                  <a:cubicBezTo>
                    <a:pt x="1725474" y="741158"/>
                    <a:pt x="1715989" y="728519"/>
                    <a:pt x="1706482" y="714237"/>
                  </a:cubicBezTo>
                  <a:cubicBezTo>
                    <a:pt x="1700951" y="705951"/>
                    <a:pt x="1696842" y="694023"/>
                    <a:pt x="1690689" y="685827"/>
                  </a:cubicBezTo>
                  <a:cubicBezTo>
                    <a:pt x="1640734" y="619212"/>
                    <a:pt x="1591400" y="554885"/>
                    <a:pt x="1526585" y="493313"/>
                  </a:cubicBezTo>
                  <a:cubicBezTo>
                    <a:pt x="1487846" y="456529"/>
                    <a:pt x="1443089" y="427143"/>
                    <a:pt x="1400352" y="398644"/>
                  </a:cubicBezTo>
                  <a:cubicBezTo>
                    <a:pt x="1389868" y="391647"/>
                    <a:pt x="1377562" y="386849"/>
                    <a:pt x="1365634" y="382851"/>
                  </a:cubicBezTo>
                  <a:cubicBezTo>
                    <a:pt x="1352596" y="378520"/>
                    <a:pt x="1340868" y="368302"/>
                    <a:pt x="1327762" y="363926"/>
                  </a:cubicBezTo>
                  <a:cubicBezTo>
                    <a:pt x="1307860" y="357285"/>
                    <a:pt x="1288491" y="353309"/>
                    <a:pt x="1267789" y="348156"/>
                  </a:cubicBezTo>
                  <a:cubicBezTo>
                    <a:pt x="1260792" y="346401"/>
                    <a:pt x="1252729" y="340093"/>
                    <a:pt x="1245710" y="338671"/>
                  </a:cubicBezTo>
                  <a:cubicBezTo>
                    <a:pt x="1241579" y="337849"/>
                    <a:pt x="1237203" y="339493"/>
                    <a:pt x="1233071" y="338671"/>
                  </a:cubicBezTo>
                  <a:cubicBezTo>
                    <a:pt x="1232050" y="338471"/>
                    <a:pt x="1229384" y="332918"/>
                    <a:pt x="1226763" y="335517"/>
                  </a:cubicBezTo>
                  <a:cubicBezTo>
                    <a:pt x="1224942" y="337338"/>
                    <a:pt x="1235892" y="344757"/>
                    <a:pt x="1236226" y="344979"/>
                  </a:cubicBezTo>
                  <a:cubicBezTo>
                    <a:pt x="1242290" y="349022"/>
                    <a:pt x="1269899" y="359728"/>
                    <a:pt x="1264635" y="370235"/>
                  </a:cubicBezTo>
                  <a:cubicBezTo>
                    <a:pt x="1259593" y="380341"/>
                    <a:pt x="1245355" y="362860"/>
                    <a:pt x="1242556" y="360772"/>
                  </a:cubicBezTo>
                  <a:cubicBezTo>
                    <a:pt x="1235759" y="355686"/>
                    <a:pt x="1222765" y="344713"/>
                    <a:pt x="1214147" y="341825"/>
                  </a:cubicBezTo>
                  <a:cubicBezTo>
                    <a:pt x="1207216" y="339515"/>
                    <a:pt x="1198509" y="338738"/>
                    <a:pt x="1192045" y="335517"/>
                  </a:cubicBezTo>
                  <a:cubicBezTo>
                    <a:pt x="1189380" y="334184"/>
                    <a:pt x="1188647" y="329853"/>
                    <a:pt x="1185737" y="329208"/>
                  </a:cubicBezTo>
                  <a:cubicBezTo>
                    <a:pt x="1178540" y="327609"/>
                    <a:pt x="1170944" y="330119"/>
                    <a:pt x="1163636" y="329208"/>
                  </a:cubicBezTo>
                  <a:cubicBezTo>
                    <a:pt x="1162170" y="329031"/>
                    <a:pt x="1161925" y="326410"/>
                    <a:pt x="1160482" y="326054"/>
                  </a:cubicBezTo>
                  <a:cubicBezTo>
                    <a:pt x="1151641" y="323833"/>
                    <a:pt x="1137892" y="321612"/>
                    <a:pt x="1128940" y="322900"/>
                  </a:cubicBezTo>
                  <a:cubicBezTo>
                    <a:pt x="1125631" y="323367"/>
                    <a:pt x="1119655" y="328364"/>
                    <a:pt x="1116301" y="329208"/>
                  </a:cubicBezTo>
                  <a:cubicBezTo>
                    <a:pt x="1113236" y="329964"/>
                    <a:pt x="1109904" y="328453"/>
                    <a:pt x="1106839" y="329208"/>
                  </a:cubicBezTo>
                  <a:cubicBezTo>
                    <a:pt x="1103418" y="330075"/>
                    <a:pt x="1104840" y="334517"/>
                    <a:pt x="1100531" y="332363"/>
                  </a:cubicBezTo>
                  <a:cubicBezTo>
                    <a:pt x="1091090" y="327654"/>
                    <a:pt x="1103218" y="321545"/>
                    <a:pt x="1106839" y="319746"/>
                  </a:cubicBezTo>
                  <a:cubicBezTo>
                    <a:pt x="1115102" y="315615"/>
                    <a:pt x="1116279" y="318702"/>
                    <a:pt x="1128940" y="316592"/>
                  </a:cubicBezTo>
                  <a:cubicBezTo>
                    <a:pt x="1130406" y="316348"/>
                    <a:pt x="1130606" y="313615"/>
                    <a:pt x="1132094" y="313438"/>
                  </a:cubicBezTo>
                  <a:cubicBezTo>
                    <a:pt x="1139469" y="312505"/>
                    <a:pt x="1160837" y="313593"/>
                    <a:pt x="1154173" y="310261"/>
                  </a:cubicBezTo>
                  <a:cubicBezTo>
                    <a:pt x="1152307" y="309328"/>
                    <a:pt x="1149753" y="311217"/>
                    <a:pt x="1147865" y="310261"/>
                  </a:cubicBezTo>
                  <a:cubicBezTo>
                    <a:pt x="1145200" y="308951"/>
                    <a:pt x="1144222" y="305286"/>
                    <a:pt x="1141557" y="303953"/>
                  </a:cubicBezTo>
                  <a:cubicBezTo>
                    <a:pt x="1139669" y="303020"/>
                    <a:pt x="1137248" y="304619"/>
                    <a:pt x="1135248" y="303953"/>
                  </a:cubicBezTo>
                  <a:cubicBezTo>
                    <a:pt x="1125253" y="300643"/>
                    <a:pt x="1116812" y="291514"/>
                    <a:pt x="1106839" y="288182"/>
                  </a:cubicBezTo>
                  <a:cubicBezTo>
                    <a:pt x="1076341" y="278009"/>
                    <a:pt x="1046755" y="267636"/>
                    <a:pt x="1015324" y="259773"/>
                  </a:cubicBezTo>
                  <a:cubicBezTo>
                    <a:pt x="1009860" y="258418"/>
                    <a:pt x="1004907" y="252110"/>
                    <a:pt x="999531" y="250310"/>
                  </a:cubicBezTo>
                  <a:cubicBezTo>
                    <a:pt x="975498" y="242292"/>
                    <a:pt x="954040" y="229875"/>
                    <a:pt x="930096" y="221901"/>
                  </a:cubicBezTo>
                  <a:cubicBezTo>
                    <a:pt x="923099" y="219569"/>
                    <a:pt x="917479" y="213505"/>
                    <a:pt x="911171" y="209284"/>
                  </a:cubicBezTo>
                  <a:cubicBezTo>
                    <a:pt x="902419" y="203442"/>
                    <a:pt x="892246" y="199822"/>
                    <a:pt x="882761" y="193491"/>
                  </a:cubicBezTo>
                  <a:cubicBezTo>
                    <a:pt x="876542" y="189360"/>
                    <a:pt x="866879" y="188183"/>
                    <a:pt x="860660" y="184029"/>
                  </a:cubicBezTo>
                  <a:cubicBezTo>
                    <a:pt x="827497" y="161905"/>
                    <a:pt x="792646" y="146046"/>
                    <a:pt x="759683" y="124078"/>
                  </a:cubicBezTo>
                  <a:cubicBezTo>
                    <a:pt x="743601" y="113349"/>
                    <a:pt x="721211" y="104931"/>
                    <a:pt x="702864" y="98823"/>
                  </a:cubicBezTo>
                  <a:cubicBezTo>
                    <a:pt x="690869" y="94824"/>
                    <a:pt x="679474" y="85540"/>
                    <a:pt x="668146" y="79875"/>
                  </a:cubicBezTo>
                  <a:cubicBezTo>
                    <a:pt x="663792" y="77699"/>
                    <a:pt x="657062" y="78298"/>
                    <a:pt x="652375" y="76721"/>
                  </a:cubicBezTo>
                  <a:cubicBezTo>
                    <a:pt x="649243" y="75677"/>
                    <a:pt x="646045" y="71457"/>
                    <a:pt x="642913" y="70413"/>
                  </a:cubicBezTo>
                  <a:cubicBezTo>
                    <a:pt x="625743" y="64682"/>
                    <a:pt x="610305" y="59107"/>
                    <a:pt x="592402" y="54642"/>
                  </a:cubicBezTo>
                  <a:cubicBezTo>
                    <a:pt x="589648" y="53954"/>
                    <a:pt x="585716" y="49023"/>
                    <a:pt x="582940" y="48334"/>
                  </a:cubicBezTo>
                  <a:cubicBezTo>
                    <a:pt x="556418" y="41692"/>
                    <a:pt x="530830" y="36095"/>
                    <a:pt x="504042" y="29387"/>
                  </a:cubicBezTo>
                  <a:cubicBezTo>
                    <a:pt x="499599" y="28276"/>
                    <a:pt x="492669" y="23967"/>
                    <a:pt x="488271" y="23079"/>
                  </a:cubicBezTo>
                  <a:cubicBezTo>
                    <a:pt x="476454" y="20724"/>
                    <a:pt x="471678" y="22279"/>
                    <a:pt x="459861" y="19924"/>
                  </a:cubicBezTo>
                  <a:cubicBezTo>
                    <a:pt x="454797" y="18903"/>
                    <a:pt x="445934" y="14438"/>
                    <a:pt x="440914" y="13616"/>
                  </a:cubicBezTo>
                  <a:cubicBezTo>
                    <a:pt x="435739" y="12750"/>
                    <a:pt x="430341" y="14482"/>
                    <a:pt x="425143" y="13616"/>
                  </a:cubicBezTo>
                  <a:cubicBezTo>
                    <a:pt x="423677" y="13372"/>
                    <a:pt x="423455" y="10640"/>
                    <a:pt x="421989" y="10462"/>
                  </a:cubicBezTo>
                  <a:cubicBezTo>
                    <a:pt x="385917" y="5953"/>
                    <a:pt x="352309" y="6353"/>
                    <a:pt x="314682" y="4131"/>
                  </a:cubicBezTo>
                  <a:cubicBezTo>
                    <a:pt x="313193" y="4043"/>
                    <a:pt x="313016" y="1088"/>
                    <a:pt x="311528" y="977"/>
                  </a:cubicBezTo>
                  <a:cubicBezTo>
                    <a:pt x="296823" y="0"/>
                    <a:pt x="282030" y="0"/>
                    <a:pt x="267347" y="977"/>
                  </a:cubicBezTo>
                  <a:cubicBezTo>
                    <a:pt x="265859" y="1088"/>
                    <a:pt x="265681" y="4065"/>
                    <a:pt x="264193" y="4131"/>
                  </a:cubicBezTo>
                  <a:cubicBezTo>
                    <a:pt x="245268" y="5131"/>
                    <a:pt x="226299" y="3154"/>
                    <a:pt x="207374" y="4131"/>
                  </a:cubicBezTo>
                  <a:cubicBezTo>
                    <a:pt x="205886" y="4220"/>
                    <a:pt x="205686" y="7041"/>
                    <a:pt x="204220" y="7286"/>
                  </a:cubicBezTo>
                  <a:cubicBezTo>
                    <a:pt x="199044" y="8152"/>
                    <a:pt x="193625" y="6442"/>
                    <a:pt x="188449" y="7286"/>
                  </a:cubicBezTo>
                  <a:cubicBezTo>
                    <a:pt x="186983" y="7552"/>
                    <a:pt x="186761" y="10240"/>
                    <a:pt x="185295" y="10462"/>
                  </a:cubicBezTo>
                  <a:cubicBezTo>
                    <a:pt x="179031" y="11350"/>
                    <a:pt x="172590" y="9551"/>
                    <a:pt x="166348" y="10462"/>
                  </a:cubicBezTo>
                  <a:cubicBezTo>
                    <a:pt x="161528" y="11151"/>
                    <a:pt x="152288" y="15948"/>
                    <a:pt x="147423" y="16770"/>
                  </a:cubicBezTo>
                  <a:cubicBezTo>
                    <a:pt x="142225" y="17637"/>
                    <a:pt x="136828" y="15904"/>
                    <a:pt x="131630" y="16770"/>
                  </a:cubicBezTo>
                  <a:cubicBezTo>
                    <a:pt x="130164" y="17015"/>
                    <a:pt x="129942" y="19636"/>
                    <a:pt x="128476" y="19924"/>
                  </a:cubicBezTo>
                  <a:cubicBezTo>
                    <a:pt x="124344" y="20746"/>
                    <a:pt x="119991" y="19103"/>
                    <a:pt x="115859" y="19924"/>
                  </a:cubicBezTo>
                  <a:cubicBezTo>
                    <a:pt x="96135" y="23856"/>
                    <a:pt x="74967" y="32497"/>
                    <a:pt x="55886" y="38849"/>
                  </a:cubicBezTo>
                  <a:cubicBezTo>
                    <a:pt x="44358" y="42692"/>
                    <a:pt x="32719" y="44469"/>
                    <a:pt x="21168" y="48334"/>
                  </a:cubicBezTo>
                  <a:cubicBezTo>
                    <a:pt x="18036" y="49378"/>
                    <a:pt x="14860" y="53598"/>
                    <a:pt x="11706" y="54642"/>
                  </a:cubicBezTo>
                  <a:cubicBezTo>
                    <a:pt x="0" y="58529"/>
                    <a:pt x="9640" y="50400"/>
                    <a:pt x="2243" y="57796"/>
                  </a:cubicBezTo>
                  <a:close/>
                  <a:moveTo>
                    <a:pt x="1646509" y="919389"/>
                  </a:moveTo>
                  <a:cubicBezTo>
                    <a:pt x="1636491" y="929385"/>
                    <a:pt x="1624186" y="931029"/>
                    <a:pt x="1611791" y="935160"/>
                  </a:cubicBezTo>
                  <a:cubicBezTo>
                    <a:pt x="1608171" y="936382"/>
                    <a:pt x="1605949" y="942423"/>
                    <a:pt x="1602329" y="935160"/>
                  </a:cubicBezTo>
                  <a:cubicBezTo>
                    <a:pt x="1600107" y="930740"/>
                    <a:pt x="1609281" y="926941"/>
                    <a:pt x="1611791" y="925698"/>
                  </a:cubicBezTo>
                  <a:cubicBezTo>
                    <a:pt x="1619232" y="921966"/>
                    <a:pt x="1639756" y="912615"/>
                    <a:pt x="1646509" y="919389"/>
                  </a:cubicBezTo>
                  <a:close/>
                  <a:moveTo>
                    <a:pt x="1690689" y="903596"/>
                  </a:moveTo>
                  <a:cubicBezTo>
                    <a:pt x="1690689" y="913125"/>
                    <a:pt x="1669232" y="913903"/>
                    <a:pt x="1662302" y="916213"/>
                  </a:cubicBezTo>
                  <a:cubicBezTo>
                    <a:pt x="1661058" y="916635"/>
                    <a:pt x="1644066" y="923565"/>
                    <a:pt x="1646509" y="916213"/>
                  </a:cubicBezTo>
                  <a:cubicBezTo>
                    <a:pt x="1650107" y="905440"/>
                    <a:pt x="1652817" y="912015"/>
                    <a:pt x="1659148" y="909905"/>
                  </a:cubicBezTo>
                  <a:cubicBezTo>
                    <a:pt x="1667411" y="907150"/>
                    <a:pt x="1683248" y="896155"/>
                    <a:pt x="1690689" y="903596"/>
                  </a:cubicBezTo>
                  <a:close/>
                  <a:moveTo>
                    <a:pt x="1662302" y="890980"/>
                  </a:moveTo>
                  <a:cubicBezTo>
                    <a:pt x="1662302" y="879274"/>
                    <a:pt x="1699174" y="876386"/>
                    <a:pt x="1703328" y="884671"/>
                  </a:cubicBezTo>
                  <a:cubicBezTo>
                    <a:pt x="1704372" y="886737"/>
                    <a:pt x="1702595" y="890713"/>
                    <a:pt x="1700174" y="890980"/>
                  </a:cubicBezTo>
                  <a:cubicBezTo>
                    <a:pt x="1691800" y="891913"/>
                    <a:pt x="1683293" y="890047"/>
                    <a:pt x="1674918" y="890980"/>
                  </a:cubicBezTo>
                  <a:cubicBezTo>
                    <a:pt x="1669388" y="891580"/>
                    <a:pt x="1668677" y="897355"/>
                    <a:pt x="1662302" y="890980"/>
                  </a:cubicBezTo>
                  <a:close/>
                  <a:moveTo>
                    <a:pt x="1545532" y="856262"/>
                  </a:moveTo>
                  <a:cubicBezTo>
                    <a:pt x="1556505" y="845289"/>
                    <a:pt x="1549974" y="850309"/>
                    <a:pt x="1583404" y="853108"/>
                  </a:cubicBezTo>
                  <a:cubicBezTo>
                    <a:pt x="1585847" y="853308"/>
                    <a:pt x="1587558" y="857395"/>
                    <a:pt x="1586558" y="859416"/>
                  </a:cubicBezTo>
                  <a:cubicBezTo>
                    <a:pt x="1580050" y="872433"/>
                    <a:pt x="1545532" y="871788"/>
                    <a:pt x="1545532" y="856262"/>
                  </a:cubicBezTo>
                  <a:close/>
                  <a:moveTo>
                    <a:pt x="1684381" y="818390"/>
                  </a:moveTo>
                  <a:cubicBezTo>
                    <a:pt x="1687202" y="815591"/>
                    <a:pt x="1688646" y="812637"/>
                    <a:pt x="1693843" y="815236"/>
                  </a:cubicBezTo>
                  <a:cubicBezTo>
                    <a:pt x="1696509" y="816569"/>
                    <a:pt x="1697686" y="819900"/>
                    <a:pt x="1700174" y="821544"/>
                  </a:cubicBezTo>
                  <a:cubicBezTo>
                    <a:pt x="1706304" y="825631"/>
                    <a:pt x="1718210" y="829252"/>
                    <a:pt x="1722253" y="837315"/>
                  </a:cubicBezTo>
                  <a:cubicBezTo>
                    <a:pt x="1724141" y="841091"/>
                    <a:pt x="1713146" y="839669"/>
                    <a:pt x="1709636" y="837315"/>
                  </a:cubicBezTo>
                  <a:cubicBezTo>
                    <a:pt x="1700996" y="831562"/>
                    <a:pt x="1691755" y="825764"/>
                    <a:pt x="1684381" y="818390"/>
                  </a:cubicBezTo>
                  <a:close/>
                  <a:moveTo>
                    <a:pt x="1479250" y="660594"/>
                  </a:moveTo>
                  <a:cubicBezTo>
                    <a:pt x="1486114" y="653730"/>
                    <a:pt x="1491822" y="643557"/>
                    <a:pt x="1501329" y="641647"/>
                  </a:cubicBezTo>
                  <a:cubicBezTo>
                    <a:pt x="1516234" y="638670"/>
                    <a:pt x="1530961" y="638004"/>
                    <a:pt x="1545532" y="641647"/>
                  </a:cubicBezTo>
                  <a:cubicBezTo>
                    <a:pt x="1570898" y="647999"/>
                    <a:pt x="1587380" y="686116"/>
                    <a:pt x="1580227" y="711082"/>
                  </a:cubicBezTo>
                  <a:cubicBezTo>
                    <a:pt x="1569432" y="748932"/>
                    <a:pt x="1573120" y="719390"/>
                    <a:pt x="1564457" y="723699"/>
                  </a:cubicBezTo>
                  <a:cubicBezTo>
                    <a:pt x="1548375" y="731740"/>
                    <a:pt x="1533204" y="736427"/>
                    <a:pt x="1513968" y="730029"/>
                  </a:cubicBezTo>
                  <a:cubicBezTo>
                    <a:pt x="1503839" y="726653"/>
                    <a:pt x="1494444" y="715547"/>
                    <a:pt x="1488713" y="707928"/>
                  </a:cubicBezTo>
                  <a:cubicBezTo>
                    <a:pt x="1488069" y="707084"/>
                    <a:pt x="1476540" y="696111"/>
                    <a:pt x="1476096" y="692157"/>
                  </a:cubicBezTo>
                  <a:cubicBezTo>
                    <a:pt x="1471232" y="648421"/>
                    <a:pt x="1479250" y="677808"/>
                    <a:pt x="1479250" y="660594"/>
                  </a:cubicBezTo>
                  <a:close/>
                  <a:moveTo>
                    <a:pt x="1078429" y="338671"/>
                  </a:moveTo>
                  <a:cubicBezTo>
                    <a:pt x="1087603" y="347845"/>
                    <a:pt x="1095311" y="334451"/>
                    <a:pt x="1103685" y="332363"/>
                  </a:cubicBezTo>
                  <a:cubicBezTo>
                    <a:pt x="1124387" y="327187"/>
                    <a:pt x="1141868" y="326099"/>
                    <a:pt x="1163636" y="329208"/>
                  </a:cubicBezTo>
                  <a:cubicBezTo>
                    <a:pt x="1166857" y="329675"/>
                    <a:pt x="1173032" y="334873"/>
                    <a:pt x="1176275" y="335517"/>
                  </a:cubicBezTo>
                  <a:cubicBezTo>
                    <a:pt x="1180406" y="336339"/>
                    <a:pt x="1185026" y="333873"/>
                    <a:pt x="1188891" y="335517"/>
                  </a:cubicBezTo>
                  <a:cubicBezTo>
                    <a:pt x="1193000" y="337272"/>
                    <a:pt x="1194800" y="342314"/>
                    <a:pt x="1198354" y="344979"/>
                  </a:cubicBezTo>
                  <a:cubicBezTo>
                    <a:pt x="1203063" y="348511"/>
                    <a:pt x="1212725" y="350532"/>
                    <a:pt x="1217301" y="354464"/>
                  </a:cubicBezTo>
                  <a:cubicBezTo>
                    <a:pt x="1259193" y="390359"/>
                    <a:pt x="1264257" y="431407"/>
                    <a:pt x="1261481" y="487005"/>
                  </a:cubicBezTo>
                  <a:cubicBezTo>
                    <a:pt x="1261414" y="488493"/>
                    <a:pt x="1258527" y="488693"/>
                    <a:pt x="1258327" y="490159"/>
                  </a:cubicBezTo>
                  <a:cubicBezTo>
                    <a:pt x="1257283" y="497533"/>
                    <a:pt x="1258504" y="505596"/>
                    <a:pt x="1255173" y="512260"/>
                  </a:cubicBezTo>
                  <a:cubicBezTo>
                    <a:pt x="1252774" y="517036"/>
                    <a:pt x="1257816" y="514459"/>
                    <a:pt x="1258327" y="518568"/>
                  </a:cubicBezTo>
                  <a:cubicBezTo>
                    <a:pt x="1259237" y="525876"/>
                    <a:pt x="1256728" y="533473"/>
                    <a:pt x="1258327" y="540670"/>
                  </a:cubicBezTo>
                  <a:cubicBezTo>
                    <a:pt x="1258971" y="543557"/>
                    <a:pt x="1262991" y="544490"/>
                    <a:pt x="1264635" y="546978"/>
                  </a:cubicBezTo>
                  <a:cubicBezTo>
                    <a:pt x="1273276" y="559928"/>
                    <a:pt x="1272365" y="574321"/>
                    <a:pt x="1258327" y="584850"/>
                  </a:cubicBezTo>
                  <a:cubicBezTo>
                    <a:pt x="1248020" y="592580"/>
                    <a:pt x="1233782" y="589670"/>
                    <a:pt x="1220455" y="591158"/>
                  </a:cubicBezTo>
                  <a:cubicBezTo>
                    <a:pt x="1216257" y="591625"/>
                    <a:pt x="1218989" y="596733"/>
                    <a:pt x="1214147" y="594312"/>
                  </a:cubicBezTo>
                  <a:cubicBezTo>
                    <a:pt x="1201086" y="587782"/>
                    <a:pt x="1230628" y="582096"/>
                    <a:pt x="1195199" y="588004"/>
                  </a:cubicBezTo>
                  <a:cubicBezTo>
                    <a:pt x="1193733" y="588248"/>
                    <a:pt x="1193534" y="591047"/>
                    <a:pt x="1192045" y="591158"/>
                  </a:cubicBezTo>
                  <a:cubicBezTo>
                    <a:pt x="1159193" y="593513"/>
                    <a:pt x="1149509" y="589603"/>
                    <a:pt x="1125786" y="581696"/>
                  </a:cubicBezTo>
                  <a:cubicBezTo>
                    <a:pt x="1123787" y="581029"/>
                    <a:pt x="1121344" y="582629"/>
                    <a:pt x="1119455" y="581696"/>
                  </a:cubicBezTo>
                  <a:cubicBezTo>
                    <a:pt x="1116812" y="580363"/>
                    <a:pt x="1115635" y="577031"/>
                    <a:pt x="1113147" y="575365"/>
                  </a:cubicBezTo>
                  <a:cubicBezTo>
                    <a:pt x="1105950" y="570567"/>
                    <a:pt x="1095111" y="564392"/>
                    <a:pt x="1087892" y="559594"/>
                  </a:cubicBezTo>
                  <a:cubicBezTo>
                    <a:pt x="1077474" y="552642"/>
                    <a:pt x="1071966" y="537271"/>
                    <a:pt x="1065813" y="528031"/>
                  </a:cubicBezTo>
                  <a:cubicBezTo>
                    <a:pt x="1042668" y="493335"/>
                    <a:pt x="1036493" y="448244"/>
                    <a:pt x="1043712" y="404952"/>
                  </a:cubicBezTo>
                  <a:cubicBezTo>
                    <a:pt x="1046288" y="389537"/>
                    <a:pt x="1057061" y="377032"/>
                    <a:pt x="1065813" y="363926"/>
                  </a:cubicBezTo>
                  <a:cubicBezTo>
                    <a:pt x="1068678" y="359617"/>
                    <a:pt x="1059349" y="358418"/>
                    <a:pt x="1062659" y="354464"/>
                  </a:cubicBezTo>
                  <a:cubicBezTo>
                    <a:pt x="1067412" y="348733"/>
                    <a:pt x="1073165" y="343935"/>
                    <a:pt x="1078429" y="338671"/>
                  </a:cubicBezTo>
                  <a:close/>
                </a:path>
              </a:pathLst>
            </a:custGeom>
            <a:solidFill>
              <a:srgbClr val="252623"/>
            </a:solidFill>
            <a:ln w="0" cap="rnd">
              <a:noFill/>
              <a:round/>
            </a:ln>
          </p:spPr>
        </p:sp>
        <p:sp>
          <p:nvSpPr>
            <p:cNvPr id="57" name="LE rat nose Eye and fur detail 19"/>
            <p:cNvSpPr/>
            <p:nvPr/>
          </p:nvSpPr>
          <p:spPr>
            <a:xfrm>
              <a:off x="7208351" y="4971365"/>
              <a:ext cx="100910" cy="83785"/>
            </a:xfrm>
            <a:custGeom>
              <a:avLst/>
              <a:gdLst/>
              <a:ahLst/>
              <a:cxnLst/>
              <a:rect l="0" t="0" r="r" b="b"/>
              <a:pathLst>
                <a:path w="100910" h="83785" fill="norm">
                  <a:moveTo>
                    <a:pt x="24367" y="7797"/>
                  </a:moveTo>
                  <a:cubicBezTo>
                    <a:pt x="0" y="32163"/>
                    <a:pt x="4531" y="69547"/>
                    <a:pt x="37006" y="80364"/>
                  </a:cubicBezTo>
                  <a:cubicBezTo>
                    <a:pt x="47246" y="83785"/>
                    <a:pt x="58307" y="83785"/>
                    <a:pt x="68569" y="80364"/>
                  </a:cubicBezTo>
                  <a:cubicBezTo>
                    <a:pt x="70568" y="79698"/>
                    <a:pt x="73123" y="81541"/>
                    <a:pt x="74878" y="80364"/>
                  </a:cubicBezTo>
                  <a:cubicBezTo>
                    <a:pt x="100910" y="63016"/>
                    <a:pt x="100355" y="15238"/>
                    <a:pt x="68569" y="4620"/>
                  </a:cubicBezTo>
                  <a:cubicBezTo>
                    <a:pt x="58796" y="1377"/>
                    <a:pt x="48734" y="0"/>
                    <a:pt x="37006" y="1466"/>
                  </a:cubicBezTo>
                  <a:cubicBezTo>
                    <a:pt x="32497" y="2044"/>
                    <a:pt x="29764" y="7797"/>
                    <a:pt x="24367" y="7797"/>
                  </a:cubicBezTo>
                  <a:close/>
                  <a:moveTo>
                    <a:pt x="68569" y="10951"/>
                  </a:moveTo>
                  <a:cubicBezTo>
                    <a:pt x="80897" y="10951"/>
                    <a:pt x="94380" y="29653"/>
                    <a:pt x="78032" y="36184"/>
                  </a:cubicBezTo>
                  <a:cubicBezTo>
                    <a:pt x="70035" y="39382"/>
                    <a:pt x="53398" y="29898"/>
                    <a:pt x="59085" y="20413"/>
                  </a:cubicBezTo>
                  <a:cubicBezTo>
                    <a:pt x="61395" y="16593"/>
                    <a:pt x="65415" y="14105"/>
                    <a:pt x="68569" y="10951"/>
                  </a:cubicBezTo>
                  <a:close/>
                </a:path>
              </a:pathLst>
            </a:custGeom>
            <a:solidFill>
              <a:srgbClr val="121310"/>
            </a:solidFill>
            <a:ln w="0" cap="rnd">
              <a:noFill/>
              <a:round/>
            </a:ln>
          </p:spPr>
        </p:sp>
      </p:grpSp>
      <p:grpSp>
        <p:nvGrpSpPr>
          <p:cNvPr id="58" name="right Speaker column 2 row 1"/>
          <p:cNvGrpSpPr/>
          <p:nvPr/>
        </p:nvGrpSpPr>
        <p:grpSpPr>
          <a:xfrm>
            <a:off x="4987703" y="383895"/>
            <a:ext cx="310446" cy="914038"/>
            <a:chOff x="8188103" y="964920"/>
            <a:chExt cx="310446" cy="914038"/>
          </a:xfrm>
        </p:grpSpPr>
        <p:sp>
          <p:nvSpPr>
            <p:cNvPr id="59" name="right Speaker column 2 row 1 6"/>
            <p:cNvSpPr/>
            <p:nvPr/>
          </p:nvSpPr>
          <p:spPr>
            <a:xfrm>
              <a:off x="8327966" y="964920"/>
              <a:ext cx="25298" cy="74876"/>
            </a:xfrm>
            <a:custGeom>
              <a:avLst/>
              <a:gdLst/>
              <a:ahLst/>
              <a:cxnLst/>
              <a:rect l="0" t="0" r="r" b="b"/>
              <a:pathLst>
                <a:path w="25298" h="74876" fill="norm">
                  <a:moveTo>
                    <a:pt x="25298" y="46840"/>
                  </a:moveTo>
                  <a:cubicBezTo>
                    <a:pt x="25298" y="29026"/>
                    <a:pt x="19516" y="10553"/>
                    <a:pt x="12649" y="5276"/>
                  </a:cubicBezTo>
                  <a:cubicBezTo>
                    <a:pt x="5782" y="0"/>
                    <a:pt x="0" y="10551"/>
                    <a:pt x="0" y="28027"/>
                  </a:cubicBezTo>
                  <a:cubicBezTo>
                    <a:pt x="0" y="45504"/>
                    <a:pt x="5782" y="64306"/>
                    <a:pt x="12649" y="69591"/>
                  </a:cubicBezTo>
                  <a:cubicBezTo>
                    <a:pt x="19516" y="74876"/>
                    <a:pt x="25298" y="64654"/>
                    <a:pt x="25298" y="4684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0" name="right Speaker column 2 row 1 7"/>
            <p:cNvSpPr/>
            <p:nvPr/>
          </p:nvSpPr>
          <p:spPr>
            <a:xfrm>
              <a:off x="8327966" y="1070118"/>
              <a:ext cx="25298" cy="74573"/>
            </a:xfrm>
            <a:custGeom>
              <a:avLst/>
              <a:gdLst/>
              <a:ahLst/>
              <a:cxnLst/>
              <a:rect l="0" t="0" r="r" b="b"/>
              <a:pathLst>
                <a:path w="25298" h="74573" fill="norm">
                  <a:moveTo>
                    <a:pt x="25298" y="46549"/>
                  </a:moveTo>
                  <a:cubicBezTo>
                    <a:pt x="25298" y="28734"/>
                    <a:pt x="19516" y="9920"/>
                    <a:pt x="12649" y="4960"/>
                  </a:cubicBezTo>
                  <a:cubicBezTo>
                    <a:pt x="5782" y="0"/>
                    <a:pt x="0" y="9880"/>
                    <a:pt x="0" y="27686"/>
                  </a:cubicBezTo>
                  <a:cubicBezTo>
                    <a:pt x="0" y="45492"/>
                    <a:pt x="5782" y="63976"/>
                    <a:pt x="12649" y="69274"/>
                  </a:cubicBezTo>
                  <a:cubicBezTo>
                    <a:pt x="19516" y="74573"/>
                    <a:pt x="25298" y="64363"/>
                    <a:pt x="25298" y="4654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1" name="right Speaker column 2 row 1 8"/>
            <p:cNvSpPr/>
            <p:nvPr/>
          </p:nvSpPr>
          <p:spPr>
            <a:xfrm>
              <a:off x="8327966" y="1174656"/>
              <a:ext cx="25298" cy="74930"/>
            </a:xfrm>
            <a:custGeom>
              <a:avLst/>
              <a:gdLst/>
              <a:ahLst/>
              <a:cxnLst/>
              <a:rect l="0" t="0" r="r" b="b"/>
              <a:pathLst>
                <a:path w="25298" h="74930" fill="norm">
                  <a:moveTo>
                    <a:pt x="25298" y="47247"/>
                  </a:moveTo>
                  <a:cubicBezTo>
                    <a:pt x="25298" y="29432"/>
                    <a:pt x="19516" y="10607"/>
                    <a:pt x="12649" y="5303"/>
                  </a:cubicBezTo>
                  <a:cubicBezTo>
                    <a:pt x="5782" y="0"/>
                    <a:pt x="0" y="10199"/>
                    <a:pt x="0" y="27675"/>
                  </a:cubicBezTo>
                  <a:cubicBezTo>
                    <a:pt x="0" y="45151"/>
                    <a:pt x="5782" y="64306"/>
                    <a:pt x="12649" y="69618"/>
                  </a:cubicBezTo>
                  <a:cubicBezTo>
                    <a:pt x="19516" y="74930"/>
                    <a:pt x="25298" y="65061"/>
                    <a:pt x="25298" y="4724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2" name="right Speaker column 2 row 1 9"/>
            <p:cNvSpPr/>
            <p:nvPr/>
          </p:nvSpPr>
          <p:spPr>
            <a:xfrm>
              <a:off x="8327966" y="1279524"/>
              <a:ext cx="25298" cy="74957"/>
            </a:xfrm>
            <a:custGeom>
              <a:avLst/>
              <a:gdLst/>
              <a:ahLst/>
              <a:cxnLst/>
              <a:rect l="0" t="0" r="r" b="b"/>
              <a:pathLst>
                <a:path w="25298" h="74957" fill="norm">
                  <a:moveTo>
                    <a:pt x="25298" y="47285"/>
                  </a:moveTo>
                  <a:cubicBezTo>
                    <a:pt x="25298" y="29471"/>
                    <a:pt x="19516" y="10634"/>
                    <a:pt x="12649" y="5317"/>
                  </a:cubicBezTo>
                  <a:cubicBezTo>
                    <a:pt x="5782" y="0"/>
                    <a:pt x="0" y="9858"/>
                    <a:pt x="0" y="27663"/>
                  </a:cubicBezTo>
                  <a:cubicBezTo>
                    <a:pt x="0" y="45469"/>
                    <a:pt x="5782" y="64306"/>
                    <a:pt x="12649" y="69631"/>
                  </a:cubicBezTo>
                  <a:cubicBezTo>
                    <a:pt x="19516" y="74957"/>
                    <a:pt x="25298" y="65100"/>
                    <a:pt x="25298" y="47285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3" name="right Speaker column 2 row 1 10"/>
            <p:cNvSpPr/>
            <p:nvPr/>
          </p:nvSpPr>
          <p:spPr>
            <a:xfrm>
              <a:off x="8327966" y="1383733"/>
              <a:ext cx="25298" cy="75973"/>
            </a:xfrm>
            <a:custGeom>
              <a:avLst/>
              <a:gdLst/>
              <a:ahLst/>
              <a:cxnLst/>
              <a:rect l="0" t="0" r="r" b="b"/>
              <a:pathLst>
                <a:path w="25298" h="75973" fill="norm">
                  <a:moveTo>
                    <a:pt x="25298" y="47983"/>
                  </a:moveTo>
                  <a:cubicBezTo>
                    <a:pt x="25298" y="30169"/>
                    <a:pt x="19516" y="11321"/>
                    <a:pt x="12649" y="5660"/>
                  </a:cubicBezTo>
                  <a:cubicBezTo>
                    <a:pt x="5782" y="0"/>
                    <a:pt x="0" y="10176"/>
                    <a:pt x="0" y="27982"/>
                  </a:cubicBezTo>
                  <a:cubicBezTo>
                    <a:pt x="0" y="45788"/>
                    <a:pt x="5782" y="64636"/>
                    <a:pt x="12649" y="70304"/>
                  </a:cubicBezTo>
                  <a:cubicBezTo>
                    <a:pt x="19516" y="75973"/>
                    <a:pt x="25298" y="66127"/>
                    <a:pt x="25298" y="4831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4" name="right Speaker column 2 row 1 11"/>
            <p:cNvSpPr/>
            <p:nvPr/>
          </p:nvSpPr>
          <p:spPr>
            <a:xfrm>
              <a:off x="8327966" y="1488931"/>
              <a:ext cx="25298" cy="75670"/>
            </a:xfrm>
            <a:custGeom>
              <a:avLst/>
              <a:gdLst/>
              <a:ahLst/>
              <a:cxnLst/>
              <a:rect l="0" t="0" r="r" b="b"/>
              <a:pathLst>
                <a:path w="25298" h="75670" fill="norm">
                  <a:moveTo>
                    <a:pt x="25298" y="48022"/>
                  </a:moveTo>
                  <a:cubicBezTo>
                    <a:pt x="25298" y="30207"/>
                    <a:pt x="19516" y="11348"/>
                    <a:pt x="12649" y="5674"/>
                  </a:cubicBezTo>
                  <a:cubicBezTo>
                    <a:pt x="5782" y="0"/>
                    <a:pt x="0" y="9835"/>
                    <a:pt x="0" y="27641"/>
                  </a:cubicBezTo>
                  <a:cubicBezTo>
                    <a:pt x="0" y="45447"/>
                    <a:pt x="5782" y="64306"/>
                    <a:pt x="12649" y="69988"/>
                  </a:cubicBezTo>
                  <a:cubicBezTo>
                    <a:pt x="19516" y="75670"/>
                    <a:pt x="25298" y="65836"/>
                    <a:pt x="25298" y="4802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5" name="right Speaker column 2 row 1 12"/>
            <p:cNvSpPr/>
            <p:nvPr/>
          </p:nvSpPr>
          <p:spPr>
            <a:xfrm>
              <a:off x="8327966" y="1593470"/>
              <a:ext cx="25298" cy="76357"/>
            </a:xfrm>
            <a:custGeom>
              <a:avLst/>
              <a:gdLst/>
              <a:ahLst/>
              <a:cxnLst/>
              <a:rect l="0" t="0" r="r" b="b"/>
              <a:pathLst>
                <a:path w="25298" h="76357" fill="norm">
                  <a:moveTo>
                    <a:pt x="25298" y="48390"/>
                  </a:moveTo>
                  <a:cubicBezTo>
                    <a:pt x="25298" y="30575"/>
                    <a:pt x="19516" y="11375"/>
                    <a:pt x="12649" y="5687"/>
                  </a:cubicBezTo>
                  <a:cubicBezTo>
                    <a:pt x="5782" y="0"/>
                    <a:pt x="0" y="9823"/>
                    <a:pt x="0" y="27629"/>
                  </a:cubicBezTo>
                  <a:cubicBezTo>
                    <a:pt x="0" y="45435"/>
                    <a:pt x="5782" y="64306"/>
                    <a:pt x="12649" y="70331"/>
                  </a:cubicBezTo>
                  <a:cubicBezTo>
                    <a:pt x="19516" y="76357"/>
                    <a:pt x="25298" y="66204"/>
                    <a:pt x="25298" y="4839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6" name="right Speaker column 2 row 1 13"/>
            <p:cNvSpPr/>
            <p:nvPr/>
          </p:nvSpPr>
          <p:spPr>
            <a:xfrm>
              <a:off x="8327966" y="1698668"/>
              <a:ext cx="25298" cy="75724"/>
            </a:xfrm>
            <a:custGeom>
              <a:avLst/>
              <a:gdLst/>
              <a:ahLst/>
              <a:cxnLst/>
              <a:rect l="0" t="0" r="r" b="b"/>
              <a:pathLst>
                <a:path w="25298" h="75724" fill="norm">
                  <a:moveTo>
                    <a:pt x="25298" y="48428"/>
                  </a:moveTo>
                  <a:cubicBezTo>
                    <a:pt x="25298" y="30614"/>
                    <a:pt x="19516" y="11402"/>
                    <a:pt x="12649" y="5701"/>
                  </a:cubicBezTo>
                  <a:cubicBezTo>
                    <a:pt x="5782" y="0"/>
                    <a:pt x="0" y="9482"/>
                    <a:pt x="0" y="27288"/>
                  </a:cubicBezTo>
                  <a:cubicBezTo>
                    <a:pt x="0" y="45094"/>
                    <a:pt x="5782" y="64306"/>
                    <a:pt x="12649" y="70015"/>
                  </a:cubicBezTo>
                  <a:cubicBezTo>
                    <a:pt x="19516" y="75724"/>
                    <a:pt x="25298" y="66243"/>
                    <a:pt x="25298" y="4842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7" name="right Speaker column 2 row 1 14"/>
            <p:cNvSpPr/>
            <p:nvPr/>
          </p:nvSpPr>
          <p:spPr>
            <a:xfrm>
              <a:off x="8327966" y="1802876"/>
              <a:ext cx="25298" cy="76081"/>
            </a:xfrm>
            <a:custGeom>
              <a:avLst/>
              <a:gdLst/>
              <a:ahLst/>
              <a:cxnLst/>
              <a:rect l="0" t="0" r="r" b="b"/>
              <a:pathLst>
                <a:path w="25298" h="76081" fill="norm">
                  <a:moveTo>
                    <a:pt x="25298" y="49126"/>
                  </a:moveTo>
                  <a:cubicBezTo>
                    <a:pt x="25298" y="31312"/>
                    <a:pt x="19516" y="12088"/>
                    <a:pt x="12649" y="6044"/>
                  </a:cubicBezTo>
                  <a:cubicBezTo>
                    <a:pt x="5782" y="0"/>
                    <a:pt x="0" y="9801"/>
                    <a:pt x="0" y="27606"/>
                  </a:cubicBezTo>
                  <a:cubicBezTo>
                    <a:pt x="0" y="45412"/>
                    <a:pt x="5782" y="64636"/>
                    <a:pt x="12649" y="70358"/>
                  </a:cubicBezTo>
                  <a:cubicBezTo>
                    <a:pt x="19516" y="76081"/>
                    <a:pt x="25298" y="66611"/>
                    <a:pt x="25298" y="48796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8" name="right Speaker column 2 row 1 15"/>
            <p:cNvSpPr/>
            <p:nvPr/>
          </p:nvSpPr>
          <p:spPr>
            <a:xfrm>
              <a:off x="8363745" y="1043772"/>
              <a:ext cx="25298" cy="75264"/>
            </a:xfrm>
            <a:custGeom>
              <a:avLst/>
              <a:gdLst/>
              <a:ahLst/>
              <a:cxnLst/>
              <a:rect l="0" t="0" r="r" b="b"/>
              <a:pathLst>
                <a:path w="25298" h="75264" fill="norm">
                  <a:moveTo>
                    <a:pt x="25298" y="47213"/>
                  </a:moveTo>
                  <a:cubicBezTo>
                    <a:pt x="25298" y="29387"/>
                    <a:pt x="19516" y="10568"/>
                    <a:pt x="12649" y="5284"/>
                  </a:cubicBezTo>
                  <a:cubicBezTo>
                    <a:pt x="5782" y="0"/>
                    <a:pt x="0" y="10225"/>
                    <a:pt x="0" y="28043"/>
                  </a:cubicBezTo>
                  <a:cubicBezTo>
                    <a:pt x="0" y="45861"/>
                    <a:pt x="5782" y="64679"/>
                    <a:pt x="12649" y="69971"/>
                  </a:cubicBezTo>
                  <a:cubicBezTo>
                    <a:pt x="19516" y="75264"/>
                    <a:pt x="25298" y="65039"/>
                    <a:pt x="25298" y="4721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69" name="right Speaker column 2 row 1 16"/>
            <p:cNvSpPr/>
            <p:nvPr/>
          </p:nvSpPr>
          <p:spPr>
            <a:xfrm>
              <a:off x="8363745" y="1149371"/>
              <a:ext cx="25298" cy="75290"/>
            </a:xfrm>
            <a:custGeom>
              <a:avLst/>
              <a:gdLst/>
              <a:ahLst/>
              <a:cxnLst/>
              <a:rect l="0" t="0" r="r" b="b"/>
              <a:pathLst>
                <a:path w="25298" h="75290" fill="norm">
                  <a:moveTo>
                    <a:pt x="25298" y="47251"/>
                  </a:moveTo>
                  <a:cubicBezTo>
                    <a:pt x="25298" y="29425"/>
                    <a:pt x="19516" y="10595"/>
                    <a:pt x="12649" y="5297"/>
                  </a:cubicBezTo>
                  <a:cubicBezTo>
                    <a:pt x="5782" y="0"/>
                    <a:pt x="0" y="10214"/>
                    <a:pt x="0" y="28031"/>
                  </a:cubicBezTo>
                  <a:cubicBezTo>
                    <a:pt x="0" y="45849"/>
                    <a:pt x="5782" y="64679"/>
                    <a:pt x="12649" y="69985"/>
                  </a:cubicBezTo>
                  <a:cubicBezTo>
                    <a:pt x="19516" y="75290"/>
                    <a:pt x="25298" y="65077"/>
                    <a:pt x="25298" y="4725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0" name="right Speaker column 2 row 1 17"/>
            <p:cNvSpPr/>
            <p:nvPr/>
          </p:nvSpPr>
          <p:spPr>
            <a:xfrm>
              <a:off x="8363745" y="1254309"/>
              <a:ext cx="25298" cy="75977"/>
            </a:xfrm>
            <a:custGeom>
              <a:avLst/>
              <a:gdLst/>
              <a:ahLst/>
              <a:cxnLst/>
              <a:rect l="0" t="0" r="r" b="b"/>
              <a:pathLst>
                <a:path w="25298" h="75977" fill="norm">
                  <a:moveTo>
                    <a:pt x="25298" y="47949"/>
                  </a:moveTo>
                  <a:cubicBezTo>
                    <a:pt x="25298" y="30123"/>
                    <a:pt x="19516" y="11282"/>
                    <a:pt x="12649" y="5641"/>
                  </a:cubicBezTo>
                  <a:cubicBezTo>
                    <a:pt x="5782" y="0"/>
                    <a:pt x="0" y="10202"/>
                    <a:pt x="0" y="28020"/>
                  </a:cubicBezTo>
                  <a:cubicBezTo>
                    <a:pt x="0" y="45838"/>
                    <a:pt x="5782" y="64679"/>
                    <a:pt x="12649" y="70328"/>
                  </a:cubicBezTo>
                  <a:cubicBezTo>
                    <a:pt x="19516" y="75977"/>
                    <a:pt x="25298" y="65775"/>
                    <a:pt x="25298" y="4794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1" name="right Speaker column 2 row 1 18"/>
            <p:cNvSpPr/>
            <p:nvPr/>
          </p:nvSpPr>
          <p:spPr>
            <a:xfrm>
              <a:off x="8363745" y="1359908"/>
              <a:ext cx="25298" cy="75674"/>
            </a:xfrm>
            <a:custGeom>
              <a:avLst/>
              <a:gdLst/>
              <a:ahLst/>
              <a:cxnLst/>
              <a:rect l="0" t="0" r="r" b="b"/>
              <a:pathLst>
                <a:path w="25298" h="75674" fill="norm">
                  <a:moveTo>
                    <a:pt x="25298" y="47657"/>
                  </a:moveTo>
                  <a:cubicBezTo>
                    <a:pt x="25298" y="29831"/>
                    <a:pt x="19516" y="10649"/>
                    <a:pt x="12649" y="5324"/>
                  </a:cubicBezTo>
                  <a:cubicBezTo>
                    <a:pt x="5782" y="0"/>
                    <a:pt x="0" y="9861"/>
                    <a:pt x="0" y="27679"/>
                  </a:cubicBezTo>
                  <a:cubicBezTo>
                    <a:pt x="0" y="45497"/>
                    <a:pt x="5782" y="64349"/>
                    <a:pt x="12649" y="70012"/>
                  </a:cubicBezTo>
                  <a:cubicBezTo>
                    <a:pt x="19516" y="75674"/>
                    <a:pt x="25298" y="65484"/>
                    <a:pt x="25298" y="4765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2" name="right Speaker column 2 row 1 19"/>
            <p:cNvSpPr/>
            <p:nvPr/>
          </p:nvSpPr>
          <p:spPr>
            <a:xfrm>
              <a:off x="8363745" y="1464846"/>
              <a:ext cx="25298" cy="76031"/>
            </a:xfrm>
            <a:custGeom>
              <a:avLst/>
              <a:gdLst/>
              <a:ahLst/>
              <a:cxnLst/>
              <a:rect l="0" t="0" r="r" b="b"/>
              <a:pathLst>
                <a:path w="25298" h="76031" fill="norm">
                  <a:moveTo>
                    <a:pt x="25298" y="48356"/>
                  </a:moveTo>
                  <a:cubicBezTo>
                    <a:pt x="25298" y="30529"/>
                    <a:pt x="19516" y="11336"/>
                    <a:pt x="12649" y="5668"/>
                  </a:cubicBezTo>
                  <a:cubicBezTo>
                    <a:pt x="5782" y="0"/>
                    <a:pt x="0" y="9850"/>
                    <a:pt x="0" y="27668"/>
                  </a:cubicBezTo>
                  <a:cubicBezTo>
                    <a:pt x="0" y="45485"/>
                    <a:pt x="5782" y="64679"/>
                    <a:pt x="12649" y="70355"/>
                  </a:cubicBezTo>
                  <a:cubicBezTo>
                    <a:pt x="19516" y="76031"/>
                    <a:pt x="25298" y="66182"/>
                    <a:pt x="25298" y="48356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3" name="right Speaker column 2 row 1 20"/>
            <p:cNvSpPr/>
            <p:nvPr/>
          </p:nvSpPr>
          <p:spPr>
            <a:xfrm>
              <a:off x="8363745" y="1570444"/>
              <a:ext cx="25298" cy="76058"/>
            </a:xfrm>
            <a:custGeom>
              <a:avLst/>
              <a:gdLst/>
              <a:ahLst/>
              <a:cxnLst/>
              <a:rect l="0" t="0" r="r" b="b"/>
              <a:pathLst>
                <a:path w="25298" h="76058" fill="norm">
                  <a:moveTo>
                    <a:pt x="25298" y="48394"/>
                  </a:moveTo>
                  <a:cubicBezTo>
                    <a:pt x="25298" y="30568"/>
                    <a:pt x="19516" y="11362"/>
                    <a:pt x="12649" y="5681"/>
                  </a:cubicBezTo>
                  <a:cubicBezTo>
                    <a:pt x="5782" y="0"/>
                    <a:pt x="0" y="9838"/>
                    <a:pt x="0" y="27656"/>
                  </a:cubicBezTo>
                  <a:cubicBezTo>
                    <a:pt x="0" y="45474"/>
                    <a:pt x="5782" y="64679"/>
                    <a:pt x="12649" y="70368"/>
                  </a:cubicBezTo>
                  <a:cubicBezTo>
                    <a:pt x="19516" y="76058"/>
                    <a:pt x="25298" y="66220"/>
                    <a:pt x="25298" y="4839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4" name="right Speaker column 2 row 1 21"/>
            <p:cNvSpPr/>
            <p:nvPr/>
          </p:nvSpPr>
          <p:spPr>
            <a:xfrm>
              <a:off x="8363745" y="1675383"/>
              <a:ext cx="25298" cy="76415"/>
            </a:xfrm>
            <a:custGeom>
              <a:avLst/>
              <a:gdLst/>
              <a:ahLst/>
              <a:cxnLst/>
              <a:rect l="0" t="0" r="r" b="b"/>
              <a:pathLst>
                <a:path w="25298" h="76415" fill="norm">
                  <a:moveTo>
                    <a:pt x="25298" y="49092"/>
                  </a:moveTo>
                  <a:cubicBezTo>
                    <a:pt x="25298" y="31266"/>
                    <a:pt x="19516" y="12049"/>
                    <a:pt x="12649" y="6025"/>
                  </a:cubicBezTo>
                  <a:cubicBezTo>
                    <a:pt x="5782" y="0"/>
                    <a:pt x="0" y="9827"/>
                    <a:pt x="0" y="27975"/>
                  </a:cubicBezTo>
                  <a:cubicBezTo>
                    <a:pt x="0" y="46123"/>
                    <a:pt x="5782" y="65009"/>
                    <a:pt x="12649" y="70712"/>
                  </a:cubicBezTo>
                  <a:cubicBezTo>
                    <a:pt x="19516" y="76415"/>
                    <a:pt x="25298" y="66918"/>
                    <a:pt x="25298" y="4909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5" name="right Speaker column 2 row 1 22"/>
            <p:cNvSpPr/>
            <p:nvPr/>
          </p:nvSpPr>
          <p:spPr>
            <a:xfrm>
              <a:off x="8363745" y="1780651"/>
              <a:ext cx="25298" cy="76772"/>
            </a:xfrm>
            <a:custGeom>
              <a:avLst/>
              <a:gdLst/>
              <a:ahLst/>
              <a:cxnLst/>
              <a:rect l="0" t="0" r="r" b="b"/>
              <a:pathLst>
                <a:path w="25298" h="76772" fill="norm">
                  <a:moveTo>
                    <a:pt x="25298" y="49130"/>
                  </a:moveTo>
                  <a:cubicBezTo>
                    <a:pt x="25298" y="31304"/>
                    <a:pt x="19516" y="12076"/>
                    <a:pt x="12649" y="6038"/>
                  </a:cubicBezTo>
                  <a:cubicBezTo>
                    <a:pt x="5782" y="0"/>
                    <a:pt x="0" y="9816"/>
                    <a:pt x="0" y="27634"/>
                  </a:cubicBezTo>
                  <a:cubicBezTo>
                    <a:pt x="0" y="45451"/>
                    <a:pt x="5782" y="64679"/>
                    <a:pt x="12649" y="70725"/>
                  </a:cubicBezTo>
                  <a:cubicBezTo>
                    <a:pt x="19516" y="76772"/>
                    <a:pt x="25298" y="66956"/>
                    <a:pt x="25298" y="4913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6" name="right Speaker column 2 row 1 23"/>
            <p:cNvSpPr/>
            <p:nvPr/>
          </p:nvSpPr>
          <p:spPr>
            <a:xfrm>
              <a:off x="8399885" y="1123359"/>
              <a:ext cx="25298" cy="75653"/>
            </a:xfrm>
            <a:custGeom>
              <a:avLst/>
              <a:gdLst/>
              <a:ahLst/>
              <a:cxnLst/>
              <a:rect l="0" t="0" r="r" b="b"/>
              <a:pathLst>
                <a:path w="25298" h="75653" fill="norm">
                  <a:moveTo>
                    <a:pt x="25298" y="47586"/>
                  </a:moveTo>
                  <a:cubicBezTo>
                    <a:pt x="25298" y="29748"/>
                    <a:pt x="19516" y="10583"/>
                    <a:pt x="12649" y="5291"/>
                  </a:cubicBezTo>
                  <a:cubicBezTo>
                    <a:pt x="5782" y="0"/>
                    <a:pt x="0" y="10229"/>
                    <a:pt x="0" y="28058"/>
                  </a:cubicBezTo>
                  <a:cubicBezTo>
                    <a:pt x="0" y="45888"/>
                    <a:pt x="5782" y="64722"/>
                    <a:pt x="12649" y="70352"/>
                  </a:cubicBezTo>
                  <a:cubicBezTo>
                    <a:pt x="19877" y="75653"/>
                    <a:pt x="25298" y="65424"/>
                    <a:pt x="25298" y="47586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7" name="right Speaker column 2 row 1 24"/>
            <p:cNvSpPr/>
            <p:nvPr/>
          </p:nvSpPr>
          <p:spPr>
            <a:xfrm>
              <a:off x="8399885" y="1229687"/>
              <a:ext cx="25298" cy="75681"/>
            </a:xfrm>
            <a:custGeom>
              <a:avLst/>
              <a:gdLst/>
              <a:ahLst/>
              <a:cxnLst/>
              <a:rect l="0" t="0" r="r" b="b"/>
              <a:pathLst>
                <a:path w="25298" h="75681" fill="norm">
                  <a:moveTo>
                    <a:pt x="25298" y="47625"/>
                  </a:moveTo>
                  <a:cubicBezTo>
                    <a:pt x="25298" y="29787"/>
                    <a:pt x="19516" y="10611"/>
                    <a:pt x="12649" y="5306"/>
                  </a:cubicBezTo>
                  <a:cubicBezTo>
                    <a:pt x="5421" y="0"/>
                    <a:pt x="0" y="10218"/>
                    <a:pt x="0" y="28048"/>
                  </a:cubicBezTo>
                  <a:cubicBezTo>
                    <a:pt x="0" y="45878"/>
                    <a:pt x="5782" y="65054"/>
                    <a:pt x="12649" y="70367"/>
                  </a:cubicBezTo>
                  <a:cubicBezTo>
                    <a:pt x="19877" y="75681"/>
                    <a:pt x="25298" y="65793"/>
                    <a:pt x="25298" y="47625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8" name="right Speaker column 2 row 1 25"/>
            <p:cNvSpPr/>
            <p:nvPr/>
          </p:nvSpPr>
          <p:spPr>
            <a:xfrm>
              <a:off x="8399885" y="1335025"/>
              <a:ext cx="25298" cy="76040"/>
            </a:xfrm>
            <a:custGeom>
              <a:avLst/>
              <a:gdLst/>
              <a:ahLst/>
              <a:cxnLst/>
              <a:rect l="0" t="0" r="r" b="b"/>
              <a:pathLst>
                <a:path w="25298" h="76040" fill="norm">
                  <a:moveTo>
                    <a:pt x="25298" y="48324"/>
                  </a:moveTo>
                  <a:cubicBezTo>
                    <a:pt x="25298" y="30486"/>
                    <a:pt x="19516" y="11299"/>
                    <a:pt x="12649" y="5650"/>
                  </a:cubicBezTo>
                  <a:cubicBezTo>
                    <a:pt x="5421" y="0"/>
                    <a:pt x="0" y="10208"/>
                    <a:pt x="0" y="28038"/>
                  </a:cubicBezTo>
                  <a:cubicBezTo>
                    <a:pt x="0" y="45867"/>
                    <a:pt x="5782" y="65054"/>
                    <a:pt x="12649" y="70381"/>
                  </a:cubicBezTo>
                  <a:cubicBezTo>
                    <a:pt x="19877" y="76040"/>
                    <a:pt x="25298" y="65832"/>
                    <a:pt x="25298" y="4799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79" name="right Speaker column 2 row 1 26"/>
            <p:cNvSpPr/>
            <p:nvPr/>
          </p:nvSpPr>
          <p:spPr>
            <a:xfrm>
              <a:off x="8399885" y="1441024"/>
              <a:ext cx="25298" cy="76398"/>
            </a:xfrm>
            <a:custGeom>
              <a:avLst/>
              <a:gdLst/>
              <a:ahLst/>
              <a:cxnLst/>
              <a:rect l="0" t="0" r="r" b="b"/>
              <a:pathLst>
                <a:path w="25298" h="76398" fill="norm">
                  <a:moveTo>
                    <a:pt x="25298" y="48363"/>
                  </a:moveTo>
                  <a:cubicBezTo>
                    <a:pt x="25298" y="30525"/>
                    <a:pt x="19516" y="11326"/>
                    <a:pt x="12649" y="5664"/>
                  </a:cubicBezTo>
                  <a:cubicBezTo>
                    <a:pt x="5421" y="0"/>
                    <a:pt x="0" y="10197"/>
                    <a:pt x="0" y="28027"/>
                  </a:cubicBezTo>
                  <a:cubicBezTo>
                    <a:pt x="0" y="45857"/>
                    <a:pt x="5782" y="65055"/>
                    <a:pt x="12649" y="70725"/>
                  </a:cubicBezTo>
                  <a:cubicBezTo>
                    <a:pt x="19877" y="76398"/>
                    <a:pt x="25298" y="66531"/>
                    <a:pt x="25298" y="4836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0" name="right Speaker column 2 row 1 27"/>
            <p:cNvSpPr/>
            <p:nvPr/>
          </p:nvSpPr>
          <p:spPr>
            <a:xfrm>
              <a:off x="8399885" y="1546365"/>
              <a:ext cx="25298" cy="76423"/>
            </a:xfrm>
            <a:custGeom>
              <a:avLst/>
              <a:gdLst/>
              <a:ahLst/>
              <a:cxnLst/>
              <a:rect l="0" t="0" r="r" b="b"/>
              <a:pathLst>
                <a:path w="25298" h="76423" fill="norm">
                  <a:moveTo>
                    <a:pt x="25298" y="49058"/>
                  </a:moveTo>
                  <a:cubicBezTo>
                    <a:pt x="25298" y="31220"/>
                    <a:pt x="19516" y="12011"/>
                    <a:pt x="12649" y="6005"/>
                  </a:cubicBezTo>
                  <a:cubicBezTo>
                    <a:pt x="5782" y="0"/>
                    <a:pt x="0" y="10184"/>
                    <a:pt x="0" y="28013"/>
                  </a:cubicBezTo>
                  <a:cubicBezTo>
                    <a:pt x="0" y="45843"/>
                    <a:pt x="5782" y="65053"/>
                    <a:pt x="12649" y="70736"/>
                  </a:cubicBezTo>
                  <a:cubicBezTo>
                    <a:pt x="19877" y="76423"/>
                    <a:pt x="25298" y="66566"/>
                    <a:pt x="25298" y="4872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1" name="right Speaker column 2 row 1 28"/>
            <p:cNvSpPr/>
            <p:nvPr/>
          </p:nvSpPr>
          <p:spPr>
            <a:xfrm>
              <a:off x="8399885" y="1652691"/>
              <a:ext cx="25298" cy="76784"/>
            </a:xfrm>
            <a:custGeom>
              <a:avLst/>
              <a:gdLst/>
              <a:ahLst/>
              <a:cxnLst/>
              <a:rect l="0" t="0" r="r" b="b"/>
              <a:pathLst>
                <a:path w="25298" h="76784" fill="norm">
                  <a:moveTo>
                    <a:pt x="25298" y="48770"/>
                  </a:moveTo>
                  <a:cubicBezTo>
                    <a:pt x="25298" y="30932"/>
                    <a:pt x="19516" y="11381"/>
                    <a:pt x="12649" y="5692"/>
                  </a:cubicBezTo>
                  <a:cubicBezTo>
                    <a:pt x="5421" y="0"/>
                    <a:pt x="0" y="9846"/>
                    <a:pt x="0" y="27676"/>
                  </a:cubicBezTo>
                  <a:cubicBezTo>
                    <a:pt x="0" y="45506"/>
                    <a:pt x="5782" y="64726"/>
                    <a:pt x="12649" y="70753"/>
                  </a:cubicBezTo>
                  <a:cubicBezTo>
                    <a:pt x="19877" y="76784"/>
                    <a:pt x="25298" y="66938"/>
                    <a:pt x="25298" y="4877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2" name="right Speaker column 2 row 1 29"/>
            <p:cNvSpPr/>
            <p:nvPr/>
          </p:nvSpPr>
          <p:spPr>
            <a:xfrm>
              <a:off x="8399885" y="1758359"/>
              <a:ext cx="25298" cy="76812"/>
            </a:xfrm>
            <a:custGeom>
              <a:avLst/>
              <a:gdLst/>
              <a:ahLst/>
              <a:cxnLst/>
              <a:rect l="0" t="0" r="r" b="b"/>
              <a:pathLst>
                <a:path w="25298" h="76812" fill="norm">
                  <a:moveTo>
                    <a:pt x="25298" y="49139"/>
                  </a:moveTo>
                  <a:cubicBezTo>
                    <a:pt x="25298" y="31301"/>
                    <a:pt x="19516" y="11739"/>
                    <a:pt x="12649" y="6037"/>
                  </a:cubicBezTo>
                  <a:cubicBezTo>
                    <a:pt x="5421" y="0"/>
                    <a:pt x="0" y="9835"/>
                    <a:pt x="0" y="27665"/>
                  </a:cubicBezTo>
                  <a:cubicBezTo>
                    <a:pt x="0" y="45495"/>
                    <a:pt x="5782" y="65057"/>
                    <a:pt x="12649" y="70767"/>
                  </a:cubicBezTo>
                  <a:cubicBezTo>
                    <a:pt x="19877" y="76812"/>
                    <a:pt x="25298" y="66977"/>
                    <a:pt x="25298" y="4913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3" name="right Speaker column 2 row 1 30"/>
            <p:cNvSpPr/>
            <p:nvPr/>
          </p:nvSpPr>
          <p:spPr>
            <a:xfrm>
              <a:off x="8435664" y="1203679"/>
              <a:ext cx="26021" cy="76042"/>
            </a:xfrm>
            <a:custGeom>
              <a:avLst/>
              <a:gdLst/>
              <a:ahLst/>
              <a:cxnLst/>
              <a:rect l="0" t="0" r="r" b="b"/>
              <a:pathLst>
                <a:path w="26021" h="76042" fill="norm">
                  <a:moveTo>
                    <a:pt x="26021" y="48290"/>
                  </a:moveTo>
                  <a:cubicBezTo>
                    <a:pt x="26021" y="30110"/>
                    <a:pt x="20239" y="11260"/>
                    <a:pt x="13011" y="5630"/>
                  </a:cubicBezTo>
                  <a:cubicBezTo>
                    <a:pt x="5782" y="0"/>
                    <a:pt x="0" y="10562"/>
                    <a:pt x="0" y="28404"/>
                  </a:cubicBezTo>
                  <a:cubicBezTo>
                    <a:pt x="0" y="46245"/>
                    <a:pt x="5782" y="65426"/>
                    <a:pt x="13011" y="70734"/>
                  </a:cubicBezTo>
                  <a:cubicBezTo>
                    <a:pt x="20239" y="76042"/>
                    <a:pt x="26021" y="66140"/>
                    <a:pt x="26021" y="4796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4" name="right Speaker column 2 row 1 31"/>
            <p:cNvSpPr/>
            <p:nvPr/>
          </p:nvSpPr>
          <p:spPr>
            <a:xfrm>
              <a:off x="8435664" y="1310078"/>
              <a:ext cx="26021" cy="76731"/>
            </a:xfrm>
            <a:custGeom>
              <a:avLst/>
              <a:gdLst/>
              <a:ahLst/>
              <a:cxnLst/>
              <a:rect l="0" t="0" r="r" b="b"/>
              <a:pathLst>
                <a:path w="26021" h="76731" fill="norm">
                  <a:moveTo>
                    <a:pt x="26021" y="48329"/>
                  </a:moveTo>
                  <a:cubicBezTo>
                    <a:pt x="26021" y="30149"/>
                    <a:pt x="20239" y="11288"/>
                    <a:pt x="13011" y="5644"/>
                  </a:cubicBezTo>
                  <a:cubicBezTo>
                    <a:pt x="5782" y="0"/>
                    <a:pt x="0" y="10221"/>
                    <a:pt x="0" y="28393"/>
                  </a:cubicBezTo>
                  <a:cubicBezTo>
                    <a:pt x="0" y="46564"/>
                    <a:pt x="5782" y="65426"/>
                    <a:pt x="13011" y="71078"/>
                  </a:cubicBezTo>
                  <a:cubicBezTo>
                    <a:pt x="20239" y="76731"/>
                    <a:pt x="26021" y="66510"/>
                    <a:pt x="26021" y="4832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5" name="right Speaker column 2 row 1 32"/>
            <p:cNvSpPr/>
            <p:nvPr/>
          </p:nvSpPr>
          <p:spPr>
            <a:xfrm>
              <a:off x="8435664" y="1417138"/>
              <a:ext cx="26021" cy="76098"/>
            </a:xfrm>
            <a:custGeom>
              <a:avLst/>
              <a:gdLst/>
              <a:ahLst/>
              <a:cxnLst/>
              <a:rect l="0" t="0" r="r" b="b"/>
              <a:pathLst>
                <a:path w="26021" h="76098" fill="norm">
                  <a:moveTo>
                    <a:pt x="26021" y="48038"/>
                  </a:moveTo>
                  <a:cubicBezTo>
                    <a:pt x="26021" y="29858"/>
                    <a:pt x="20239" y="10655"/>
                    <a:pt x="13011" y="5327"/>
                  </a:cubicBezTo>
                  <a:cubicBezTo>
                    <a:pt x="5782" y="0"/>
                    <a:pt x="0" y="9879"/>
                    <a:pt x="0" y="27721"/>
                  </a:cubicBezTo>
                  <a:cubicBezTo>
                    <a:pt x="0" y="45562"/>
                    <a:pt x="5782" y="64765"/>
                    <a:pt x="13011" y="70431"/>
                  </a:cubicBezTo>
                  <a:cubicBezTo>
                    <a:pt x="20239" y="76098"/>
                    <a:pt x="26021" y="66219"/>
                    <a:pt x="26021" y="4803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6" name="right Speaker column 2 row 1 33"/>
            <p:cNvSpPr/>
            <p:nvPr/>
          </p:nvSpPr>
          <p:spPr>
            <a:xfrm>
              <a:off x="8435664" y="1522876"/>
              <a:ext cx="26021" cy="76786"/>
            </a:xfrm>
            <a:custGeom>
              <a:avLst/>
              <a:gdLst/>
              <a:ahLst/>
              <a:cxnLst/>
              <a:rect l="0" t="0" r="r" b="b"/>
              <a:pathLst>
                <a:path w="26021" h="76786" fill="norm">
                  <a:moveTo>
                    <a:pt x="26021" y="48738"/>
                  </a:moveTo>
                  <a:cubicBezTo>
                    <a:pt x="26021" y="30558"/>
                    <a:pt x="20239" y="11344"/>
                    <a:pt x="13011" y="5672"/>
                  </a:cubicBezTo>
                  <a:cubicBezTo>
                    <a:pt x="5782" y="0"/>
                    <a:pt x="0" y="9868"/>
                    <a:pt x="0" y="28040"/>
                  </a:cubicBezTo>
                  <a:cubicBezTo>
                    <a:pt x="0" y="46212"/>
                    <a:pt x="5782" y="65426"/>
                    <a:pt x="13011" y="71106"/>
                  </a:cubicBezTo>
                  <a:cubicBezTo>
                    <a:pt x="20239" y="76786"/>
                    <a:pt x="26021" y="66919"/>
                    <a:pt x="26021" y="4873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7" name="right Speaker column 2 row 1 34"/>
            <p:cNvSpPr/>
            <p:nvPr/>
          </p:nvSpPr>
          <p:spPr>
            <a:xfrm>
              <a:off x="8435664" y="1629606"/>
              <a:ext cx="26021" cy="76484"/>
            </a:xfrm>
            <a:custGeom>
              <a:avLst/>
              <a:gdLst/>
              <a:ahLst/>
              <a:cxnLst/>
              <a:rect l="0" t="0" r="r" b="b"/>
              <a:pathLst>
                <a:path w="26021" h="76484" fill="norm">
                  <a:moveTo>
                    <a:pt x="26021" y="48777"/>
                  </a:moveTo>
                  <a:cubicBezTo>
                    <a:pt x="26021" y="30597"/>
                    <a:pt x="20239" y="11372"/>
                    <a:pt x="13011" y="5686"/>
                  </a:cubicBezTo>
                  <a:cubicBezTo>
                    <a:pt x="5782" y="0"/>
                    <a:pt x="0" y="9857"/>
                    <a:pt x="0" y="27698"/>
                  </a:cubicBezTo>
                  <a:cubicBezTo>
                    <a:pt x="0" y="45540"/>
                    <a:pt x="5782" y="65095"/>
                    <a:pt x="13011" y="70789"/>
                  </a:cubicBezTo>
                  <a:cubicBezTo>
                    <a:pt x="20239" y="76484"/>
                    <a:pt x="26021" y="66627"/>
                    <a:pt x="26021" y="4877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8" name="right Speaker column 2 row 1 35"/>
            <p:cNvSpPr/>
            <p:nvPr/>
          </p:nvSpPr>
          <p:spPr>
            <a:xfrm>
              <a:off x="8435664" y="1735344"/>
              <a:ext cx="26021" cy="77503"/>
            </a:xfrm>
            <a:custGeom>
              <a:avLst/>
              <a:gdLst/>
              <a:ahLst/>
              <a:cxnLst/>
              <a:rect l="0" t="0" r="r" b="b"/>
              <a:pathLst>
                <a:path w="26021" h="77503" fill="norm">
                  <a:moveTo>
                    <a:pt x="26021" y="49477"/>
                  </a:moveTo>
                  <a:cubicBezTo>
                    <a:pt x="26021" y="31297"/>
                    <a:pt x="20239" y="12060"/>
                    <a:pt x="13011" y="6030"/>
                  </a:cubicBezTo>
                  <a:cubicBezTo>
                    <a:pt x="5782" y="0"/>
                    <a:pt x="0" y="9846"/>
                    <a:pt x="0" y="28017"/>
                  </a:cubicBezTo>
                  <a:cubicBezTo>
                    <a:pt x="0" y="46189"/>
                    <a:pt x="5782" y="65426"/>
                    <a:pt x="13011" y="71464"/>
                  </a:cubicBezTo>
                  <a:cubicBezTo>
                    <a:pt x="20239" y="77503"/>
                    <a:pt x="26021" y="67658"/>
                    <a:pt x="26021" y="4947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89" name="right Speaker column 2 row 1 36"/>
            <p:cNvSpPr/>
            <p:nvPr/>
          </p:nvSpPr>
          <p:spPr>
            <a:xfrm>
              <a:off x="8472527" y="1285396"/>
              <a:ext cx="26021" cy="76100"/>
            </a:xfrm>
            <a:custGeom>
              <a:avLst/>
              <a:gdLst/>
              <a:ahLst/>
              <a:cxnLst/>
              <a:rect l="0" t="0" r="r" b="b"/>
              <a:pathLst>
                <a:path w="26021" h="76100" fill="norm">
                  <a:moveTo>
                    <a:pt x="26021" y="48003"/>
                  </a:moveTo>
                  <a:cubicBezTo>
                    <a:pt x="26021" y="29810"/>
                    <a:pt x="20239" y="10614"/>
                    <a:pt x="13011" y="5307"/>
                  </a:cubicBezTo>
                  <a:cubicBezTo>
                    <a:pt x="5782" y="0"/>
                    <a:pt x="0" y="9905"/>
                    <a:pt x="0" y="28089"/>
                  </a:cubicBezTo>
                  <a:cubicBezTo>
                    <a:pt x="0" y="46273"/>
                    <a:pt x="5782" y="65469"/>
                    <a:pt x="13011" y="70785"/>
                  </a:cubicBezTo>
                  <a:cubicBezTo>
                    <a:pt x="20239" y="76100"/>
                    <a:pt x="26021" y="66195"/>
                    <a:pt x="26021" y="4800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0" name="right Speaker column 2 row 1 37"/>
            <p:cNvSpPr/>
            <p:nvPr/>
          </p:nvSpPr>
          <p:spPr>
            <a:xfrm>
              <a:off x="8472527" y="1391866"/>
              <a:ext cx="26021" cy="77120"/>
            </a:xfrm>
            <a:custGeom>
              <a:avLst/>
              <a:gdLst/>
              <a:ahLst/>
              <a:cxnLst/>
              <a:rect l="0" t="0" r="r" b="b"/>
              <a:pathLst>
                <a:path w="26021" h="77120" fill="norm">
                  <a:moveTo>
                    <a:pt x="26021" y="48703"/>
                  </a:moveTo>
                  <a:cubicBezTo>
                    <a:pt x="26021" y="30511"/>
                    <a:pt x="20239" y="11303"/>
                    <a:pt x="13011" y="5651"/>
                  </a:cubicBezTo>
                  <a:cubicBezTo>
                    <a:pt x="5782" y="0"/>
                    <a:pt x="0" y="10225"/>
                    <a:pt x="0" y="28409"/>
                  </a:cubicBezTo>
                  <a:cubicBezTo>
                    <a:pt x="0" y="46593"/>
                    <a:pt x="5782" y="65800"/>
                    <a:pt x="13011" y="71460"/>
                  </a:cubicBezTo>
                  <a:cubicBezTo>
                    <a:pt x="20239" y="77120"/>
                    <a:pt x="26021" y="66896"/>
                    <a:pt x="26021" y="4870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1" name="right Speaker column 2 row 1 38"/>
            <p:cNvSpPr/>
            <p:nvPr/>
          </p:nvSpPr>
          <p:spPr>
            <a:xfrm>
              <a:off x="8472527" y="1498998"/>
              <a:ext cx="26021" cy="76817"/>
            </a:xfrm>
            <a:custGeom>
              <a:avLst/>
              <a:gdLst/>
              <a:ahLst/>
              <a:cxnLst/>
              <a:rect l="0" t="0" r="r" b="b"/>
              <a:pathLst>
                <a:path w="26021" h="76817" fill="norm">
                  <a:moveTo>
                    <a:pt x="26021" y="48742"/>
                  </a:moveTo>
                  <a:cubicBezTo>
                    <a:pt x="26021" y="30549"/>
                    <a:pt x="20239" y="11331"/>
                    <a:pt x="13011" y="5665"/>
                  </a:cubicBezTo>
                  <a:cubicBezTo>
                    <a:pt x="5782" y="0"/>
                    <a:pt x="0" y="9883"/>
                    <a:pt x="0" y="28067"/>
                  </a:cubicBezTo>
                  <a:cubicBezTo>
                    <a:pt x="0" y="46251"/>
                    <a:pt x="5782" y="65469"/>
                    <a:pt x="13011" y="71143"/>
                  </a:cubicBezTo>
                  <a:cubicBezTo>
                    <a:pt x="20239" y="76817"/>
                    <a:pt x="26021" y="66934"/>
                    <a:pt x="26021" y="4874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2" name="right Speaker column 2 row 1 39"/>
            <p:cNvSpPr/>
            <p:nvPr/>
          </p:nvSpPr>
          <p:spPr>
            <a:xfrm>
              <a:off x="8472527" y="1605798"/>
              <a:ext cx="26021" cy="77506"/>
            </a:xfrm>
            <a:custGeom>
              <a:avLst/>
              <a:gdLst/>
              <a:ahLst/>
              <a:cxnLst/>
              <a:rect l="0" t="0" r="r" b="b"/>
              <a:pathLst>
                <a:path w="26021" h="77506" fill="norm">
                  <a:moveTo>
                    <a:pt x="26021" y="49112"/>
                  </a:moveTo>
                  <a:cubicBezTo>
                    <a:pt x="26021" y="30919"/>
                    <a:pt x="20239" y="11358"/>
                    <a:pt x="13011" y="5679"/>
                  </a:cubicBezTo>
                  <a:cubicBezTo>
                    <a:pt x="5782" y="0"/>
                    <a:pt x="0" y="9872"/>
                    <a:pt x="0" y="28056"/>
                  </a:cubicBezTo>
                  <a:cubicBezTo>
                    <a:pt x="0" y="46240"/>
                    <a:pt x="5782" y="65469"/>
                    <a:pt x="13011" y="71488"/>
                  </a:cubicBezTo>
                  <a:cubicBezTo>
                    <a:pt x="20239" y="77506"/>
                    <a:pt x="26021" y="67304"/>
                    <a:pt x="26021" y="4911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3" name="right Speaker column 2 row 1 40"/>
            <p:cNvSpPr/>
            <p:nvPr/>
          </p:nvSpPr>
          <p:spPr>
            <a:xfrm>
              <a:off x="8472527" y="1712930"/>
              <a:ext cx="26021" cy="77203"/>
            </a:xfrm>
            <a:custGeom>
              <a:avLst/>
              <a:gdLst/>
              <a:ahLst/>
              <a:cxnLst/>
              <a:rect l="0" t="0" r="r" b="b"/>
              <a:pathLst>
                <a:path w="26021" h="77203" fill="norm">
                  <a:moveTo>
                    <a:pt x="26021" y="49150"/>
                  </a:moveTo>
                  <a:cubicBezTo>
                    <a:pt x="26021" y="30958"/>
                    <a:pt x="20239" y="11386"/>
                    <a:pt x="13011" y="5693"/>
                  </a:cubicBezTo>
                  <a:cubicBezTo>
                    <a:pt x="5782" y="0"/>
                    <a:pt x="0" y="9530"/>
                    <a:pt x="0" y="27714"/>
                  </a:cubicBezTo>
                  <a:cubicBezTo>
                    <a:pt x="0" y="45898"/>
                    <a:pt x="5782" y="65139"/>
                    <a:pt x="13011" y="71171"/>
                  </a:cubicBezTo>
                  <a:cubicBezTo>
                    <a:pt x="20239" y="77203"/>
                    <a:pt x="26021" y="67343"/>
                    <a:pt x="26021" y="49150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4" name="right Speaker column 2 row 1 41"/>
            <p:cNvSpPr/>
            <p:nvPr/>
          </p:nvSpPr>
          <p:spPr>
            <a:xfrm>
              <a:off x="8292549" y="1720571"/>
              <a:ext cx="25298" cy="76359"/>
            </a:xfrm>
            <a:custGeom>
              <a:avLst/>
              <a:gdLst/>
              <a:ahLst/>
              <a:cxnLst/>
              <a:rect l="0" t="0" r="r" b="b"/>
              <a:pathLst>
                <a:path w="25298" h="76359" fill="norm">
                  <a:moveTo>
                    <a:pt x="0" y="27591"/>
                  </a:moveTo>
                  <a:cubicBezTo>
                    <a:pt x="0" y="45385"/>
                    <a:pt x="5421" y="64257"/>
                    <a:pt x="12649" y="70308"/>
                  </a:cubicBezTo>
                  <a:cubicBezTo>
                    <a:pt x="19877" y="76359"/>
                    <a:pt x="25298" y="66557"/>
                    <a:pt x="25298" y="48754"/>
                  </a:cubicBezTo>
                  <a:cubicBezTo>
                    <a:pt x="25298" y="30952"/>
                    <a:pt x="19516" y="12074"/>
                    <a:pt x="12649" y="6037"/>
                  </a:cubicBezTo>
                  <a:cubicBezTo>
                    <a:pt x="5782" y="0"/>
                    <a:pt x="0" y="9797"/>
                    <a:pt x="0" y="2759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5" name="right Speaker column 2 row 1 42"/>
            <p:cNvSpPr/>
            <p:nvPr/>
          </p:nvSpPr>
          <p:spPr>
            <a:xfrm>
              <a:off x="8292549" y="1616761"/>
              <a:ext cx="25298" cy="75343"/>
            </a:xfrm>
            <a:custGeom>
              <a:avLst/>
              <a:gdLst/>
              <a:ahLst/>
              <a:cxnLst/>
              <a:rect l="0" t="0" r="r" b="b"/>
              <a:pathLst>
                <a:path w="25298" h="75343" fill="norm">
                  <a:moveTo>
                    <a:pt x="0" y="27273"/>
                  </a:moveTo>
                  <a:cubicBezTo>
                    <a:pt x="0" y="45067"/>
                    <a:pt x="5421" y="63928"/>
                    <a:pt x="12649" y="69635"/>
                  </a:cubicBezTo>
                  <a:cubicBezTo>
                    <a:pt x="19877" y="75343"/>
                    <a:pt x="25298" y="65859"/>
                    <a:pt x="25298" y="48056"/>
                  </a:cubicBezTo>
                  <a:cubicBezTo>
                    <a:pt x="25298" y="30254"/>
                    <a:pt x="19516" y="11387"/>
                    <a:pt x="12649" y="5694"/>
                  </a:cubicBezTo>
                  <a:cubicBezTo>
                    <a:pt x="5782" y="0"/>
                    <a:pt x="0" y="9808"/>
                    <a:pt x="0" y="2727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6" name="right Speaker column 2 row 1 43"/>
            <p:cNvSpPr/>
            <p:nvPr/>
          </p:nvSpPr>
          <p:spPr>
            <a:xfrm>
              <a:off x="8292549" y="1512293"/>
              <a:ext cx="25298" cy="75644"/>
            </a:xfrm>
            <a:custGeom>
              <a:avLst/>
              <a:gdLst/>
              <a:ahLst/>
              <a:cxnLst/>
              <a:rect l="0" t="0" r="r" b="b"/>
              <a:pathLst>
                <a:path w="25298" h="75644" fill="norm">
                  <a:moveTo>
                    <a:pt x="0" y="27614"/>
                  </a:moveTo>
                  <a:cubicBezTo>
                    <a:pt x="0" y="45408"/>
                    <a:pt x="5421" y="64258"/>
                    <a:pt x="12649" y="69951"/>
                  </a:cubicBezTo>
                  <a:cubicBezTo>
                    <a:pt x="19877" y="75644"/>
                    <a:pt x="25298" y="65820"/>
                    <a:pt x="25298" y="48018"/>
                  </a:cubicBezTo>
                  <a:cubicBezTo>
                    <a:pt x="25298" y="30215"/>
                    <a:pt x="19516" y="11360"/>
                    <a:pt x="12649" y="5680"/>
                  </a:cubicBezTo>
                  <a:cubicBezTo>
                    <a:pt x="5782" y="0"/>
                    <a:pt x="0" y="9820"/>
                    <a:pt x="0" y="2761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7" name="right Speaker column 2 row 1 44"/>
            <p:cNvSpPr/>
            <p:nvPr/>
          </p:nvSpPr>
          <p:spPr>
            <a:xfrm>
              <a:off x="8292549" y="1408483"/>
              <a:ext cx="25298" cy="74628"/>
            </a:xfrm>
            <a:custGeom>
              <a:avLst/>
              <a:gdLst/>
              <a:ahLst/>
              <a:cxnLst/>
              <a:rect l="0" t="0" r="r" b="b"/>
              <a:pathLst>
                <a:path w="25298" h="74628" fill="norm">
                  <a:moveTo>
                    <a:pt x="0" y="27296"/>
                  </a:moveTo>
                  <a:cubicBezTo>
                    <a:pt x="0" y="45090"/>
                    <a:pt x="5421" y="63930"/>
                    <a:pt x="12649" y="69279"/>
                  </a:cubicBezTo>
                  <a:cubicBezTo>
                    <a:pt x="19877" y="74628"/>
                    <a:pt x="25298" y="65123"/>
                    <a:pt x="25298" y="47320"/>
                  </a:cubicBezTo>
                  <a:cubicBezTo>
                    <a:pt x="25298" y="29518"/>
                    <a:pt x="19516" y="10674"/>
                    <a:pt x="12649" y="5337"/>
                  </a:cubicBezTo>
                  <a:cubicBezTo>
                    <a:pt x="5782" y="0"/>
                    <a:pt x="0" y="9831"/>
                    <a:pt x="0" y="27296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8" name="right Speaker column 2 row 1 45"/>
            <p:cNvSpPr/>
            <p:nvPr/>
          </p:nvSpPr>
          <p:spPr>
            <a:xfrm>
              <a:off x="8292549" y="1304015"/>
              <a:ext cx="25298" cy="75259"/>
            </a:xfrm>
            <a:custGeom>
              <a:avLst/>
              <a:gdLst/>
              <a:ahLst/>
              <a:cxnLst/>
              <a:rect l="0" t="0" r="r" b="b"/>
              <a:pathLst>
                <a:path w="25298" h="75259" fill="norm">
                  <a:moveTo>
                    <a:pt x="0" y="27637"/>
                  </a:moveTo>
                  <a:cubicBezTo>
                    <a:pt x="0" y="45431"/>
                    <a:pt x="5421" y="63930"/>
                    <a:pt x="12649" y="69595"/>
                  </a:cubicBezTo>
                  <a:cubicBezTo>
                    <a:pt x="19877" y="75259"/>
                    <a:pt x="25298" y="65084"/>
                    <a:pt x="25298" y="47281"/>
                  </a:cubicBezTo>
                  <a:cubicBezTo>
                    <a:pt x="25298" y="29479"/>
                    <a:pt x="19516" y="10646"/>
                    <a:pt x="12649" y="5323"/>
                  </a:cubicBezTo>
                  <a:cubicBezTo>
                    <a:pt x="5782" y="0"/>
                    <a:pt x="0" y="9843"/>
                    <a:pt x="0" y="2763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99" name="right Speaker column 2 row 1 46"/>
            <p:cNvSpPr/>
            <p:nvPr/>
          </p:nvSpPr>
          <p:spPr>
            <a:xfrm>
              <a:off x="8292549" y="1199547"/>
              <a:ext cx="25298" cy="74572"/>
            </a:xfrm>
            <a:custGeom>
              <a:avLst/>
              <a:gdLst/>
              <a:ahLst/>
              <a:cxnLst/>
              <a:rect l="0" t="0" r="r" b="b"/>
              <a:pathLst>
                <a:path w="25298" h="74572" fill="norm">
                  <a:moveTo>
                    <a:pt x="0" y="27648"/>
                  </a:moveTo>
                  <a:cubicBezTo>
                    <a:pt x="0" y="45442"/>
                    <a:pt x="5421" y="63931"/>
                    <a:pt x="12649" y="69251"/>
                  </a:cubicBezTo>
                  <a:cubicBezTo>
                    <a:pt x="19877" y="74572"/>
                    <a:pt x="25298" y="64716"/>
                    <a:pt x="25298" y="46913"/>
                  </a:cubicBezTo>
                  <a:cubicBezTo>
                    <a:pt x="25298" y="29111"/>
                    <a:pt x="19516" y="10619"/>
                    <a:pt x="12649" y="5310"/>
                  </a:cubicBezTo>
                  <a:cubicBezTo>
                    <a:pt x="5782" y="0"/>
                    <a:pt x="0" y="9854"/>
                    <a:pt x="0" y="2764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0" name="right Speaker column 2 row 1 47"/>
            <p:cNvSpPr/>
            <p:nvPr/>
          </p:nvSpPr>
          <p:spPr>
            <a:xfrm>
              <a:off x="8292549" y="1095408"/>
              <a:ext cx="25298" cy="74544"/>
            </a:xfrm>
            <a:custGeom>
              <a:avLst/>
              <a:gdLst/>
              <a:ahLst/>
              <a:cxnLst/>
              <a:rect l="0" t="0" r="r" b="b"/>
              <a:pathLst>
                <a:path w="25298" h="74544" fill="norm">
                  <a:moveTo>
                    <a:pt x="0" y="27660"/>
                  </a:moveTo>
                  <a:cubicBezTo>
                    <a:pt x="0" y="45454"/>
                    <a:pt x="5421" y="63932"/>
                    <a:pt x="12649" y="69238"/>
                  </a:cubicBezTo>
                  <a:cubicBezTo>
                    <a:pt x="19877" y="74544"/>
                    <a:pt x="25298" y="64347"/>
                    <a:pt x="25298" y="46874"/>
                  </a:cubicBezTo>
                  <a:cubicBezTo>
                    <a:pt x="25298" y="29402"/>
                    <a:pt x="19516" y="10592"/>
                    <a:pt x="12649" y="5296"/>
                  </a:cubicBezTo>
                  <a:cubicBezTo>
                    <a:pt x="5782" y="0"/>
                    <a:pt x="0" y="10195"/>
                    <a:pt x="0" y="2798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1" name="right Speaker column 2 row 1 48"/>
            <p:cNvSpPr/>
            <p:nvPr/>
          </p:nvSpPr>
          <p:spPr>
            <a:xfrm>
              <a:off x="8292549" y="991269"/>
              <a:ext cx="25298" cy="73857"/>
            </a:xfrm>
            <a:custGeom>
              <a:avLst/>
              <a:gdLst/>
              <a:ahLst/>
              <a:cxnLst/>
              <a:rect l="0" t="0" r="r" b="b"/>
              <a:pathLst>
                <a:path w="25298" h="73857" fill="norm">
                  <a:moveTo>
                    <a:pt x="0" y="27671"/>
                  </a:moveTo>
                  <a:cubicBezTo>
                    <a:pt x="0" y="45465"/>
                    <a:pt x="5421" y="63932"/>
                    <a:pt x="12649" y="68895"/>
                  </a:cubicBezTo>
                  <a:cubicBezTo>
                    <a:pt x="19877" y="73857"/>
                    <a:pt x="25298" y="63979"/>
                    <a:pt x="25298" y="46177"/>
                  </a:cubicBezTo>
                  <a:cubicBezTo>
                    <a:pt x="25298" y="28374"/>
                    <a:pt x="19516" y="9906"/>
                    <a:pt x="12649" y="4953"/>
                  </a:cubicBezTo>
                  <a:cubicBezTo>
                    <a:pt x="5782" y="0"/>
                    <a:pt x="0" y="9877"/>
                    <a:pt x="0" y="2767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2" name="right Speaker column 2 row 1 49"/>
            <p:cNvSpPr/>
            <p:nvPr/>
          </p:nvSpPr>
          <p:spPr>
            <a:xfrm>
              <a:off x="8257492" y="1639326"/>
              <a:ext cx="24575" cy="75307"/>
            </a:xfrm>
            <a:custGeom>
              <a:avLst/>
              <a:gdLst/>
              <a:ahLst/>
              <a:cxnLst/>
              <a:rect l="0" t="0" r="r" b="b"/>
              <a:pathLst>
                <a:path w="24575" h="75307" fill="norm">
                  <a:moveTo>
                    <a:pt x="0" y="27251"/>
                  </a:moveTo>
                  <a:cubicBezTo>
                    <a:pt x="0" y="44704"/>
                    <a:pt x="5421" y="63890"/>
                    <a:pt x="12288" y="69598"/>
                  </a:cubicBezTo>
                  <a:cubicBezTo>
                    <a:pt x="19154" y="75307"/>
                    <a:pt x="24575" y="65838"/>
                    <a:pt x="24575" y="48048"/>
                  </a:cubicBezTo>
                  <a:cubicBezTo>
                    <a:pt x="24575" y="30257"/>
                    <a:pt x="19154" y="11400"/>
                    <a:pt x="12288" y="5700"/>
                  </a:cubicBezTo>
                  <a:cubicBezTo>
                    <a:pt x="5421" y="0"/>
                    <a:pt x="0" y="9469"/>
                    <a:pt x="0" y="2725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3" name="right Speaker column 2 row 1 50"/>
            <p:cNvSpPr/>
            <p:nvPr/>
          </p:nvSpPr>
          <p:spPr>
            <a:xfrm>
              <a:off x="8257492" y="1536246"/>
              <a:ext cx="24575" cy="74621"/>
            </a:xfrm>
            <a:custGeom>
              <a:avLst/>
              <a:gdLst/>
              <a:ahLst/>
              <a:cxnLst/>
              <a:rect l="0" t="0" r="r" b="b"/>
              <a:pathLst>
                <a:path w="24575" h="74621" fill="norm">
                  <a:moveTo>
                    <a:pt x="0" y="26933"/>
                  </a:moveTo>
                  <a:cubicBezTo>
                    <a:pt x="0" y="44385"/>
                    <a:pt x="5421" y="63231"/>
                    <a:pt x="12288" y="68926"/>
                  </a:cubicBezTo>
                  <a:cubicBezTo>
                    <a:pt x="19154" y="74621"/>
                    <a:pt x="24575" y="64812"/>
                    <a:pt x="24575" y="47351"/>
                  </a:cubicBezTo>
                  <a:cubicBezTo>
                    <a:pt x="24575" y="29890"/>
                    <a:pt x="19154" y="10714"/>
                    <a:pt x="12288" y="5357"/>
                  </a:cubicBezTo>
                  <a:cubicBezTo>
                    <a:pt x="5421" y="0"/>
                    <a:pt x="0" y="9480"/>
                    <a:pt x="0" y="2693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4" name="right Speaker column 2 row 1 51"/>
            <p:cNvSpPr/>
            <p:nvPr/>
          </p:nvSpPr>
          <p:spPr>
            <a:xfrm>
              <a:off x="8257492" y="1431848"/>
              <a:ext cx="24575" cy="75252"/>
            </a:xfrm>
            <a:custGeom>
              <a:avLst/>
              <a:gdLst/>
              <a:ahLst/>
              <a:cxnLst/>
              <a:rect l="0" t="0" r="r" b="b"/>
              <a:pathLst>
                <a:path w="24575" h="75252" fill="norm">
                  <a:moveTo>
                    <a:pt x="0" y="27602"/>
                  </a:moveTo>
                  <a:cubicBezTo>
                    <a:pt x="0" y="45055"/>
                    <a:pt x="5421" y="63890"/>
                    <a:pt x="12288" y="69571"/>
                  </a:cubicBezTo>
                  <a:cubicBezTo>
                    <a:pt x="19154" y="75252"/>
                    <a:pt x="24575" y="65432"/>
                    <a:pt x="24575" y="47642"/>
                  </a:cubicBezTo>
                  <a:cubicBezTo>
                    <a:pt x="24575" y="29852"/>
                    <a:pt x="19154" y="11345"/>
                    <a:pt x="12288" y="5673"/>
                  </a:cubicBezTo>
                  <a:cubicBezTo>
                    <a:pt x="5421" y="0"/>
                    <a:pt x="0" y="9820"/>
                    <a:pt x="0" y="2760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5" name="right Speaker column 2 row 1 52"/>
            <p:cNvSpPr/>
            <p:nvPr/>
          </p:nvSpPr>
          <p:spPr>
            <a:xfrm>
              <a:off x="8257492" y="1328438"/>
              <a:ext cx="24575" cy="74237"/>
            </a:xfrm>
            <a:custGeom>
              <a:avLst/>
              <a:gdLst/>
              <a:ahLst/>
              <a:cxnLst/>
              <a:rect l="0" t="0" r="r" b="b"/>
              <a:pathLst>
                <a:path w="24575" h="74237" fill="norm">
                  <a:moveTo>
                    <a:pt x="0" y="27284"/>
                  </a:moveTo>
                  <a:cubicBezTo>
                    <a:pt x="0" y="44736"/>
                    <a:pt x="5421" y="63561"/>
                    <a:pt x="12288" y="68899"/>
                  </a:cubicBezTo>
                  <a:cubicBezTo>
                    <a:pt x="19154" y="74237"/>
                    <a:pt x="24575" y="64406"/>
                    <a:pt x="24575" y="46945"/>
                  </a:cubicBezTo>
                  <a:cubicBezTo>
                    <a:pt x="24575" y="29484"/>
                    <a:pt x="19154" y="10659"/>
                    <a:pt x="12288" y="5330"/>
                  </a:cubicBezTo>
                  <a:cubicBezTo>
                    <a:pt x="5421" y="0"/>
                    <a:pt x="0" y="9831"/>
                    <a:pt x="0" y="2728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6" name="right Speaker column 2 row 1 53"/>
            <p:cNvSpPr/>
            <p:nvPr/>
          </p:nvSpPr>
          <p:spPr>
            <a:xfrm>
              <a:off x="8257492" y="1224370"/>
              <a:ext cx="24575" cy="74539"/>
            </a:xfrm>
            <a:custGeom>
              <a:avLst/>
              <a:gdLst/>
              <a:ahLst/>
              <a:cxnLst/>
              <a:rect l="0" t="0" r="r" b="b"/>
              <a:pathLst>
                <a:path w="24575" h="74539" fill="norm">
                  <a:moveTo>
                    <a:pt x="0" y="27624"/>
                  </a:moveTo>
                  <a:cubicBezTo>
                    <a:pt x="0" y="45076"/>
                    <a:pt x="5421" y="63890"/>
                    <a:pt x="12288" y="69214"/>
                  </a:cubicBezTo>
                  <a:cubicBezTo>
                    <a:pt x="19154" y="74539"/>
                    <a:pt x="24575" y="64697"/>
                    <a:pt x="24575" y="46907"/>
                  </a:cubicBezTo>
                  <a:cubicBezTo>
                    <a:pt x="24575" y="29116"/>
                    <a:pt x="19154" y="10632"/>
                    <a:pt x="12288" y="5316"/>
                  </a:cubicBezTo>
                  <a:cubicBezTo>
                    <a:pt x="5421" y="0"/>
                    <a:pt x="0" y="9842"/>
                    <a:pt x="0" y="2762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7" name="right Speaker column 2 row 1 54"/>
            <p:cNvSpPr/>
            <p:nvPr/>
          </p:nvSpPr>
          <p:spPr>
            <a:xfrm>
              <a:off x="8257492" y="1120960"/>
              <a:ext cx="24575" cy="73853"/>
            </a:xfrm>
            <a:custGeom>
              <a:avLst/>
              <a:gdLst/>
              <a:ahLst/>
              <a:cxnLst/>
              <a:rect l="0" t="0" r="r" b="b"/>
              <a:pathLst>
                <a:path w="24575" h="73853" fill="norm">
                  <a:moveTo>
                    <a:pt x="0" y="27305"/>
                  </a:moveTo>
                  <a:cubicBezTo>
                    <a:pt x="0" y="44758"/>
                    <a:pt x="5421" y="63231"/>
                    <a:pt x="12288" y="68542"/>
                  </a:cubicBezTo>
                  <a:cubicBezTo>
                    <a:pt x="19154" y="73853"/>
                    <a:pt x="24575" y="63671"/>
                    <a:pt x="24575" y="46210"/>
                  </a:cubicBezTo>
                  <a:cubicBezTo>
                    <a:pt x="24575" y="28749"/>
                    <a:pt x="19154" y="9946"/>
                    <a:pt x="12288" y="4973"/>
                  </a:cubicBezTo>
                  <a:cubicBezTo>
                    <a:pt x="5421" y="0"/>
                    <a:pt x="0" y="9853"/>
                    <a:pt x="0" y="27305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8" name="right Speaker column 2 row 1 55"/>
            <p:cNvSpPr/>
            <p:nvPr/>
          </p:nvSpPr>
          <p:spPr>
            <a:xfrm>
              <a:off x="8257492" y="1016562"/>
              <a:ext cx="24575" cy="74484"/>
            </a:xfrm>
            <a:custGeom>
              <a:avLst/>
              <a:gdLst/>
              <a:ahLst/>
              <a:cxnLst/>
              <a:rect l="0" t="0" r="r" b="b"/>
              <a:pathLst>
                <a:path w="24575" h="74484" fill="norm">
                  <a:moveTo>
                    <a:pt x="0" y="27975"/>
                  </a:moveTo>
                  <a:cubicBezTo>
                    <a:pt x="0" y="45427"/>
                    <a:pt x="5421" y="63890"/>
                    <a:pt x="12288" y="69187"/>
                  </a:cubicBezTo>
                  <a:cubicBezTo>
                    <a:pt x="19154" y="74484"/>
                    <a:pt x="24575" y="64291"/>
                    <a:pt x="24575" y="46501"/>
                  </a:cubicBezTo>
                  <a:cubicBezTo>
                    <a:pt x="24575" y="28711"/>
                    <a:pt x="19154" y="10577"/>
                    <a:pt x="12288" y="5288"/>
                  </a:cubicBezTo>
                  <a:cubicBezTo>
                    <a:pt x="5421" y="0"/>
                    <a:pt x="0" y="10193"/>
                    <a:pt x="0" y="27975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09" name="right Speaker column 2 row 1 56"/>
            <p:cNvSpPr/>
            <p:nvPr/>
          </p:nvSpPr>
          <p:spPr>
            <a:xfrm>
              <a:off x="8222798" y="1558823"/>
              <a:ext cx="24575" cy="74920"/>
            </a:xfrm>
            <a:custGeom>
              <a:avLst/>
              <a:gdLst/>
              <a:ahLst/>
              <a:cxnLst/>
              <a:rect l="0" t="0" r="r" b="b"/>
              <a:pathLst>
                <a:path w="24575" h="74920" fill="norm">
                  <a:moveTo>
                    <a:pt x="0" y="27236"/>
                  </a:moveTo>
                  <a:cubicBezTo>
                    <a:pt x="0" y="44677"/>
                    <a:pt x="5421" y="63518"/>
                    <a:pt x="12288" y="69219"/>
                  </a:cubicBezTo>
                  <a:cubicBezTo>
                    <a:pt x="19154" y="74920"/>
                    <a:pt x="24575" y="65126"/>
                    <a:pt x="24575" y="47676"/>
                  </a:cubicBezTo>
                  <a:cubicBezTo>
                    <a:pt x="24575" y="30227"/>
                    <a:pt x="19154" y="11385"/>
                    <a:pt x="12288" y="5693"/>
                  </a:cubicBezTo>
                  <a:cubicBezTo>
                    <a:pt x="5421" y="0"/>
                    <a:pt x="0" y="9795"/>
                    <a:pt x="0" y="27236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0" name="right Speaker column 2 row 1 57"/>
            <p:cNvSpPr/>
            <p:nvPr/>
          </p:nvSpPr>
          <p:spPr>
            <a:xfrm>
              <a:off x="8222798" y="1455812"/>
              <a:ext cx="24575" cy="73905"/>
            </a:xfrm>
            <a:custGeom>
              <a:avLst/>
              <a:gdLst/>
              <a:ahLst/>
              <a:cxnLst/>
              <a:rect l="0" t="0" r="r" b="b"/>
              <a:pathLst>
                <a:path w="24575" h="73905" fill="norm">
                  <a:moveTo>
                    <a:pt x="0" y="26917"/>
                  </a:moveTo>
                  <a:cubicBezTo>
                    <a:pt x="0" y="44358"/>
                    <a:pt x="5421" y="63189"/>
                    <a:pt x="12288" y="68547"/>
                  </a:cubicBezTo>
                  <a:cubicBezTo>
                    <a:pt x="19154" y="73905"/>
                    <a:pt x="24575" y="64429"/>
                    <a:pt x="24575" y="46980"/>
                  </a:cubicBezTo>
                  <a:cubicBezTo>
                    <a:pt x="24575" y="29530"/>
                    <a:pt x="19154" y="10699"/>
                    <a:pt x="12288" y="5350"/>
                  </a:cubicBezTo>
                  <a:cubicBezTo>
                    <a:pt x="5421" y="0"/>
                    <a:pt x="0" y="9476"/>
                    <a:pt x="0" y="2691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1" name="right Speaker column 2 row 1 58"/>
            <p:cNvSpPr/>
            <p:nvPr/>
          </p:nvSpPr>
          <p:spPr>
            <a:xfrm>
              <a:off x="8222798" y="1352142"/>
              <a:ext cx="24575" cy="74536"/>
            </a:xfrm>
            <a:custGeom>
              <a:avLst/>
              <a:gdLst/>
              <a:ahLst/>
              <a:cxnLst/>
              <a:rect l="0" t="0" r="r" b="b"/>
              <a:pathLst>
                <a:path w="24575" h="74536" fill="norm">
                  <a:moveTo>
                    <a:pt x="0" y="27257"/>
                  </a:moveTo>
                  <a:cubicBezTo>
                    <a:pt x="0" y="44698"/>
                    <a:pt x="5421" y="63189"/>
                    <a:pt x="12288" y="68862"/>
                  </a:cubicBezTo>
                  <a:cubicBezTo>
                    <a:pt x="19154" y="74536"/>
                    <a:pt x="24575" y="64720"/>
                    <a:pt x="24575" y="46941"/>
                  </a:cubicBezTo>
                  <a:cubicBezTo>
                    <a:pt x="24575" y="29163"/>
                    <a:pt x="19154" y="10672"/>
                    <a:pt x="12288" y="5336"/>
                  </a:cubicBezTo>
                  <a:cubicBezTo>
                    <a:pt x="5421" y="0"/>
                    <a:pt x="0" y="9816"/>
                    <a:pt x="0" y="27257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2" name="right Speaker column 2 row 1 59"/>
            <p:cNvSpPr/>
            <p:nvPr/>
          </p:nvSpPr>
          <p:spPr>
            <a:xfrm>
              <a:off x="8222798" y="1248802"/>
              <a:ext cx="24575" cy="74179"/>
            </a:xfrm>
            <a:custGeom>
              <a:avLst/>
              <a:gdLst/>
              <a:ahLst/>
              <a:cxnLst/>
              <a:rect l="0" t="0" r="r" b="b"/>
              <a:pathLst>
                <a:path w="24575" h="74179" fill="norm">
                  <a:moveTo>
                    <a:pt x="0" y="27597"/>
                  </a:moveTo>
                  <a:cubicBezTo>
                    <a:pt x="0" y="45038"/>
                    <a:pt x="5421" y="63518"/>
                    <a:pt x="12288" y="68849"/>
                  </a:cubicBezTo>
                  <a:cubicBezTo>
                    <a:pt x="19154" y="74179"/>
                    <a:pt x="24575" y="64352"/>
                    <a:pt x="24575" y="46903"/>
                  </a:cubicBezTo>
                  <a:cubicBezTo>
                    <a:pt x="24575" y="29454"/>
                    <a:pt x="19154" y="10644"/>
                    <a:pt x="12288" y="5322"/>
                  </a:cubicBezTo>
                  <a:cubicBezTo>
                    <a:pt x="5421" y="0"/>
                    <a:pt x="0" y="9827"/>
                    <a:pt x="0" y="2726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3" name="right Speaker column 2 row 1 60"/>
            <p:cNvSpPr/>
            <p:nvPr/>
          </p:nvSpPr>
          <p:spPr>
            <a:xfrm>
              <a:off x="8222798" y="1145461"/>
              <a:ext cx="24575" cy="74152"/>
            </a:xfrm>
            <a:custGeom>
              <a:avLst/>
              <a:gdLst/>
              <a:ahLst/>
              <a:cxnLst/>
              <a:rect l="0" t="0" r="r" b="b"/>
              <a:pathLst>
                <a:path w="24575" h="74152" fill="norm">
                  <a:moveTo>
                    <a:pt x="0" y="27608"/>
                  </a:moveTo>
                  <a:cubicBezTo>
                    <a:pt x="0" y="45049"/>
                    <a:pt x="5421" y="63518"/>
                    <a:pt x="12288" y="68835"/>
                  </a:cubicBezTo>
                  <a:cubicBezTo>
                    <a:pt x="19154" y="74152"/>
                    <a:pt x="24575" y="64314"/>
                    <a:pt x="24575" y="46535"/>
                  </a:cubicBezTo>
                  <a:cubicBezTo>
                    <a:pt x="24575" y="28757"/>
                    <a:pt x="19154" y="10617"/>
                    <a:pt x="12288" y="5308"/>
                  </a:cubicBezTo>
                  <a:cubicBezTo>
                    <a:pt x="5421" y="0"/>
                    <a:pt x="0" y="10167"/>
                    <a:pt x="0" y="27608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4" name="right Speaker column 2 row 1 61"/>
            <p:cNvSpPr/>
            <p:nvPr/>
          </p:nvSpPr>
          <p:spPr>
            <a:xfrm>
              <a:off x="8222798" y="1042450"/>
              <a:ext cx="24575" cy="74124"/>
            </a:xfrm>
            <a:custGeom>
              <a:avLst/>
              <a:gdLst/>
              <a:ahLst/>
              <a:cxnLst/>
              <a:rect l="0" t="0" r="r" b="b"/>
              <a:pathLst>
                <a:path w="24575" h="74124" fill="norm">
                  <a:moveTo>
                    <a:pt x="0" y="27619"/>
                  </a:moveTo>
                  <a:cubicBezTo>
                    <a:pt x="0" y="45060"/>
                    <a:pt x="5421" y="63518"/>
                    <a:pt x="12288" y="68821"/>
                  </a:cubicBezTo>
                  <a:cubicBezTo>
                    <a:pt x="19154" y="74124"/>
                    <a:pt x="24575" y="63946"/>
                    <a:pt x="24575" y="46497"/>
                  </a:cubicBezTo>
                  <a:cubicBezTo>
                    <a:pt x="24575" y="29048"/>
                    <a:pt x="19154" y="10589"/>
                    <a:pt x="12288" y="5295"/>
                  </a:cubicBezTo>
                  <a:cubicBezTo>
                    <a:pt x="5421" y="0"/>
                    <a:pt x="0" y="10178"/>
                    <a:pt x="0" y="27619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5" name="right Speaker column 2 row 1 62"/>
            <p:cNvSpPr/>
            <p:nvPr/>
          </p:nvSpPr>
          <p:spPr>
            <a:xfrm>
              <a:off x="8188103" y="1479050"/>
              <a:ext cx="24575" cy="74205"/>
            </a:xfrm>
            <a:custGeom>
              <a:avLst/>
              <a:gdLst/>
              <a:ahLst/>
              <a:cxnLst/>
              <a:rect l="0" t="0" r="r" b="b"/>
              <a:pathLst>
                <a:path w="24575" h="74205" fill="norm">
                  <a:moveTo>
                    <a:pt x="0" y="26891"/>
                  </a:moveTo>
                  <a:cubicBezTo>
                    <a:pt x="0" y="44320"/>
                    <a:pt x="5421" y="62817"/>
                    <a:pt x="12288" y="68511"/>
                  </a:cubicBezTo>
                  <a:cubicBezTo>
                    <a:pt x="19154" y="74205"/>
                    <a:pt x="24575" y="64414"/>
                    <a:pt x="24575" y="46976"/>
                  </a:cubicBezTo>
                  <a:cubicBezTo>
                    <a:pt x="24575" y="29539"/>
                    <a:pt x="19154" y="10713"/>
                    <a:pt x="12288" y="5356"/>
                  </a:cubicBezTo>
                  <a:cubicBezTo>
                    <a:pt x="5421" y="0"/>
                    <a:pt x="0" y="9462"/>
                    <a:pt x="0" y="2689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6" name="right Speaker column 2 row 1 63"/>
            <p:cNvSpPr/>
            <p:nvPr/>
          </p:nvSpPr>
          <p:spPr>
            <a:xfrm>
              <a:off x="8188103" y="1375451"/>
              <a:ext cx="24575" cy="74177"/>
            </a:xfrm>
            <a:custGeom>
              <a:avLst/>
              <a:gdLst/>
              <a:ahLst/>
              <a:cxnLst/>
              <a:rect l="0" t="0" r="r" b="b"/>
              <a:pathLst>
                <a:path w="24575" h="74177" fill="norm">
                  <a:moveTo>
                    <a:pt x="0" y="27560"/>
                  </a:moveTo>
                  <a:cubicBezTo>
                    <a:pt x="0" y="44989"/>
                    <a:pt x="5421" y="63475"/>
                    <a:pt x="12288" y="68826"/>
                  </a:cubicBezTo>
                  <a:cubicBezTo>
                    <a:pt x="19154" y="74177"/>
                    <a:pt x="24575" y="64704"/>
                    <a:pt x="24575" y="47266"/>
                  </a:cubicBezTo>
                  <a:cubicBezTo>
                    <a:pt x="24575" y="29829"/>
                    <a:pt x="19154" y="11343"/>
                    <a:pt x="12288" y="5671"/>
                  </a:cubicBezTo>
                  <a:cubicBezTo>
                    <a:pt x="5421" y="0"/>
                    <a:pt x="0" y="10131"/>
                    <a:pt x="0" y="27231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7" name="right Speaker column 2 row 1 64"/>
            <p:cNvSpPr/>
            <p:nvPr/>
          </p:nvSpPr>
          <p:spPr>
            <a:xfrm>
              <a:off x="8188103" y="1273167"/>
              <a:ext cx="24575" cy="73820"/>
            </a:xfrm>
            <a:custGeom>
              <a:avLst/>
              <a:gdLst/>
              <a:ahLst/>
              <a:cxnLst/>
              <a:rect l="0" t="0" r="r" b="b"/>
              <a:pathLst>
                <a:path w="24575" h="73820" fill="norm">
                  <a:moveTo>
                    <a:pt x="0" y="27242"/>
                  </a:moveTo>
                  <a:cubicBezTo>
                    <a:pt x="0" y="44671"/>
                    <a:pt x="5421" y="63146"/>
                    <a:pt x="12288" y="68483"/>
                  </a:cubicBezTo>
                  <a:cubicBezTo>
                    <a:pt x="19154" y="73820"/>
                    <a:pt x="24575" y="64008"/>
                    <a:pt x="24575" y="46570"/>
                  </a:cubicBezTo>
                  <a:cubicBezTo>
                    <a:pt x="24575" y="29133"/>
                    <a:pt x="19154" y="10657"/>
                    <a:pt x="12288" y="5328"/>
                  </a:cubicBezTo>
                  <a:cubicBezTo>
                    <a:pt x="5421" y="0"/>
                    <a:pt x="0" y="9813"/>
                    <a:pt x="0" y="27242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8" name="right Speaker column 2 row 1 65"/>
            <p:cNvSpPr/>
            <p:nvPr/>
          </p:nvSpPr>
          <p:spPr>
            <a:xfrm>
              <a:off x="8188103" y="1170555"/>
              <a:ext cx="24575" cy="73793"/>
            </a:xfrm>
            <a:custGeom>
              <a:avLst/>
              <a:gdLst/>
              <a:ahLst/>
              <a:cxnLst/>
              <a:rect l="0" t="0" r="r" b="b"/>
              <a:pathLst>
                <a:path w="24575" h="73793" fill="norm">
                  <a:moveTo>
                    <a:pt x="0" y="27253"/>
                  </a:moveTo>
                  <a:cubicBezTo>
                    <a:pt x="0" y="44682"/>
                    <a:pt x="5421" y="63146"/>
                    <a:pt x="12288" y="68469"/>
                  </a:cubicBezTo>
                  <a:cubicBezTo>
                    <a:pt x="19154" y="73793"/>
                    <a:pt x="24575" y="63969"/>
                    <a:pt x="24575" y="46532"/>
                  </a:cubicBezTo>
                  <a:cubicBezTo>
                    <a:pt x="24575" y="29094"/>
                    <a:pt x="19154" y="10629"/>
                    <a:pt x="12288" y="5315"/>
                  </a:cubicBezTo>
                  <a:cubicBezTo>
                    <a:pt x="5421" y="0"/>
                    <a:pt x="0" y="9824"/>
                    <a:pt x="0" y="27253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  <p:sp>
          <p:nvSpPr>
            <p:cNvPr id="119" name="right Speaker column 2 row 1 66"/>
            <p:cNvSpPr/>
            <p:nvPr/>
          </p:nvSpPr>
          <p:spPr>
            <a:xfrm>
              <a:off x="8188103" y="1067942"/>
              <a:ext cx="24575" cy="73436"/>
            </a:xfrm>
            <a:custGeom>
              <a:avLst/>
              <a:gdLst/>
              <a:ahLst/>
              <a:cxnLst/>
              <a:rect l="0" t="0" r="r" b="b"/>
              <a:pathLst>
                <a:path w="24575" h="73436" fill="norm">
                  <a:moveTo>
                    <a:pt x="0" y="27264"/>
                  </a:moveTo>
                  <a:cubicBezTo>
                    <a:pt x="0" y="44693"/>
                    <a:pt x="5421" y="62817"/>
                    <a:pt x="12288" y="68127"/>
                  </a:cubicBezTo>
                  <a:cubicBezTo>
                    <a:pt x="19154" y="73436"/>
                    <a:pt x="24575" y="63273"/>
                    <a:pt x="24575" y="45835"/>
                  </a:cubicBezTo>
                  <a:cubicBezTo>
                    <a:pt x="24575" y="28397"/>
                    <a:pt x="19154" y="9944"/>
                    <a:pt x="12288" y="4972"/>
                  </a:cubicBezTo>
                  <a:cubicBezTo>
                    <a:pt x="5421" y="0"/>
                    <a:pt x="0" y="9835"/>
                    <a:pt x="0" y="27264"/>
                  </a:cubicBezTo>
                  <a:close/>
                </a:path>
              </a:pathLst>
            </a:custGeom>
            <a:solidFill>
              <a:srgbClr val="666666"/>
            </a:solidFill>
            <a:ln w="0" cap="rnd">
              <a:noFill/>
              <a:round/>
            </a:ln>
          </p:spPr>
        </p:sp>
      </p:grpSp>
      <p:grpSp>
        <p:nvGrpSpPr>
          <p:cNvPr id="120" name="Box glass ceiling"/>
          <p:cNvGrpSpPr/>
          <p:nvPr/>
        </p:nvGrpSpPr>
        <p:grpSpPr>
          <a:xfrm>
            <a:off x="9325" y="9325"/>
            <a:ext cx="5772923" cy="661329"/>
            <a:chOff x="3209725" y="590350"/>
            <a:chExt cx="5772923" cy="661329"/>
          </a:xfrm>
        </p:grpSpPr>
        <p:sp>
          <p:nvSpPr>
            <p:cNvPr id="121" name="Box glass ceiling 109"/>
            <p:cNvSpPr/>
            <p:nvPr/>
          </p:nvSpPr>
          <p:spPr>
            <a:xfrm>
              <a:off x="3209725" y="590350"/>
              <a:ext cx="5772550" cy="661329"/>
            </a:xfrm>
            <a:custGeom>
              <a:avLst/>
              <a:gdLst/>
              <a:ahLst/>
              <a:cxnLst/>
              <a:rect l="0" t="0" r="r" b="b"/>
              <a:pathLst>
                <a:path w="5772550" h="661329" fill="norm">
                  <a:moveTo>
                    <a:pt x="4764704" y="0"/>
                  </a:moveTo>
                  <a:lnTo>
                    <a:pt x="5772550" y="661329"/>
                  </a:lnTo>
                  <a:lnTo>
                    <a:pt x="0" y="661329"/>
                  </a:lnTo>
                  <a:lnTo>
                    <a:pt x="1007846" y="0"/>
                  </a:lnTo>
                  <a:lnTo>
                    <a:pt x="4764704" y="0"/>
                  </a:lnTo>
                  <a:close/>
                </a:path>
              </a:pathLst>
            </a:custGeom>
            <a:solidFill>
              <a:srgbClr val="F3F9FB">
                <a:alpha val="50000"/>
              </a:srgbClr>
            </a:solidFill>
            <a:ln w="0" cap="rnd">
              <a:noFill/>
              <a:round/>
            </a:ln>
          </p:spPr>
        </p:sp>
        <p:sp>
          <p:nvSpPr>
            <p:cNvPr id="122" name="Box glass ceiling 110"/>
            <p:cNvSpPr/>
            <p:nvPr/>
          </p:nvSpPr>
          <p:spPr>
            <a:xfrm>
              <a:off x="3209725" y="590350"/>
              <a:ext cx="5772923" cy="661329"/>
            </a:xfrm>
            <a:custGeom>
              <a:avLst/>
              <a:gdLst/>
              <a:ahLst/>
              <a:cxnLst/>
              <a:rect l="0" t="0" r="r" b="b"/>
              <a:pathLst>
                <a:path w="5772923" h="661329" fill="norm">
                  <a:moveTo>
                    <a:pt x="4759109" y="18650"/>
                  </a:moveTo>
                  <a:lnTo>
                    <a:pt x="5710259" y="642679"/>
                  </a:lnTo>
                  <a:lnTo>
                    <a:pt x="62291" y="642679"/>
                  </a:lnTo>
                  <a:lnTo>
                    <a:pt x="1013441" y="18650"/>
                  </a:lnTo>
                  <a:lnTo>
                    <a:pt x="4758736" y="18650"/>
                  </a:lnTo>
                  <a:moveTo>
                    <a:pt x="4764704" y="0"/>
                  </a:moveTo>
                  <a:lnTo>
                    <a:pt x="1008219" y="0"/>
                  </a:lnTo>
                  <a:lnTo>
                    <a:pt x="0" y="661329"/>
                  </a:lnTo>
                  <a:lnTo>
                    <a:pt x="5772923" y="661329"/>
                  </a:lnTo>
                  <a:lnTo>
                    <a:pt x="4764704" y="0"/>
                  </a:lnTo>
                  <a:lnTo>
                    <a:pt x="4764704" y="0"/>
                  </a:lnTo>
                  <a:close/>
                </a:path>
              </a:pathLst>
            </a:custGeom>
            <a:solidFill>
              <a:srgbClr val="C1DBDF">
                <a:alpha val="70000"/>
              </a:srgbClr>
            </a:solidFill>
            <a:ln w="0" cap="rnd">
              <a:noFill/>
              <a:round/>
            </a:ln>
          </p:spPr>
        </p:sp>
        <p:sp>
          <p:nvSpPr>
            <p:cNvPr id="123" name="Box glass ceiling 111"/>
            <p:cNvSpPr/>
            <p:nvPr/>
          </p:nvSpPr>
          <p:spPr>
            <a:xfrm>
              <a:off x="3209725" y="590350"/>
              <a:ext cx="5772550" cy="661329"/>
            </a:xfrm>
            <a:custGeom>
              <a:avLst/>
              <a:gdLst/>
              <a:ahLst/>
              <a:cxnLst/>
              <a:rect l="0" t="0" r="r" b="b"/>
              <a:pathLst>
                <a:path w="5772550" h="661329" fill="none">
                  <a:moveTo>
                    <a:pt x="4764704" y="0"/>
                  </a:moveTo>
                  <a:lnTo>
                    <a:pt x="5772550" y="661329"/>
                  </a:lnTo>
                  <a:lnTo>
                    <a:pt x="0" y="661329"/>
                  </a:lnTo>
                  <a:lnTo>
                    <a:pt x="1007846" y="0"/>
                  </a:lnTo>
                  <a:lnTo>
                    <a:pt x="4764704" y="0"/>
                  </a:lnTo>
                  <a:close/>
                </a:path>
              </a:pathLst>
            </a:custGeom>
            <a:noFill/>
            <a:ln w="9325" cap="rnd">
              <a:solidFill>
                <a:srgbClr val="6F7C7E"/>
              </a:solidFill>
              <a:round/>
            </a:ln>
          </p:spPr>
        </p:sp>
      </p:grpSp>
      <p:grpSp>
        <p:nvGrpSpPr>
          <p:cNvPr id="124" name="Box frame"/>
          <p:cNvGrpSpPr/>
          <p:nvPr/>
        </p:nvGrpSpPr>
        <p:grpSpPr>
          <a:xfrm>
            <a:off x="9325" y="9325"/>
            <a:ext cx="5772550" cy="661329"/>
            <a:chOff x="3209725" y="590350"/>
            <a:chExt cx="5772550" cy="661329"/>
          </a:xfrm>
        </p:grpSpPr>
        <p:sp>
          <p:nvSpPr>
            <p:cNvPr id="125" name="Box frame 112"/>
            <p:cNvSpPr/>
            <p:nvPr/>
          </p:nvSpPr>
          <p:spPr>
            <a:xfrm>
              <a:off x="3209725" y="590350"/>
              <a:ext cx="1142126" cy="661329"/>
            </a:xfrm>
            <a:custGeom>
              <a:avLst/>
              <a:gdLst/>
              <a:ahLst/>
              <a:cxnLst/>
              <a:rect l="0" t="0" r="r" b="b"/>
              <a:pathLst>
                <a:path w="1142126" h="661329" fill="norm">
                  <a:moveTo>
                    <a:pt x="0" y="661329"/>
                  </a:moveTo>
                  <a:lnTo>
                    <a:pt x="1007846" y="0"/>
                  </a:lnTo>
                  <a:lnTo>
                    <a:pt x="1142126" y="0"/>
                  </a:lnTo>
                  <a:lnTo>
                    <a:pt x="132788" y="661329"/>
                  </a:lnTo>
                  <a:lnTo>
                    <a:pt x="0" y="661329"/>
                  </a:lnTo>
                  <a:close/>
                </a:path>
              </a:pathLst>
            </a:custGeom>
            <a:solidFill>
              <a:srgbClr val="EFEEEB"/>
            </a:solidFill>
            <a:ln w="0" cap="rnd">
              <a:noFill/>
              <a:round/>
            </a:ln>
          </p:spPr>
        </p:sp>
        <p:sp>
          <p:nvSpPr>
            <p:cNvPr id="126" name="Box frame 113"/>
            <p:cNvSpPr/>
            <p:nvPr/>
          </p:nvSpPr>
          <p:spPr>
            <a:xfrm>
              <a:off x="3209725" y="590350"/>
              <a:ext cx="1142126" cy="661329"/>
            </a:xfrm>
            <a:custGeom>
              <a:avLst/>
              <a:gdLst/>
              <a:ahLst/>
              <a:cxnLst/>
              <a:rect l="0" t="0" r="r" b="b"/>
              <a:pathLst>
                <a:path w="1142126" h="661329" fill="none">
                  <a:moveTo>
                    <a:pt x="0" y="661329"/>
                  </a:moveTo>
                  <a:lnTo>
                    <a:pt x="1007846" y="0"/>
                  </a:lnTo>
                  <a:lnTo>
                    <a:pt x="1142126" y="0"/>
                  </a:lnTo>
                  <a:lnTo>
                    <a:pt x="132788" y="661329"/>
                  </a:lnTo>
                  <a:lnTo>
                    <a:pt x="0" y="661329"/>
                  </a:lnTo>
                  <a:close/>
                </a:path>
              </a:pathLst>
            </a:custGeom>
            <a:noFill/>
            <a:ln w="9325" cap="rnd">
              <a:solidFill>
                <a:srgbClr val="4D4D4D"/>
              </a:solidFill>
              <a:round/>
            </a:ln>
          </p:spPr>
        </p:sp>
        <p:sp>
          <p:nvSpPr>
            <p:cNvPr id="127" name="Box frame 114"/>
            <p:cNvSpPr/>
            <p:nvPr/>
          </p:nvSpPr>
          <p:spPr>
            <a:xfrm>
              <a:off x="7840149" y="590350"/>
              <a:ext cx="1142126" cy="661329"/>
            </a:xfrm>
            <a:custGeom>
              <a:avLst/>
              <a:gdLst/>
              <a:ahLst/>
              <a:cxnLst/>
              <a:rect l="0" t="0" r="r" b="b"/>
              <a:pathLst>
                <a:path w="1142126" h="661329" fill="norm">
                  <a:moveTo>
                    <a:pt x="1142126" y="661329"/>
                  </a:moveTo>
                  <a:lnTo>
                    <a:pt x="134280" y="0"/>
                  </a:lnTo>
                  <a:lnTo>
                    <a:pt x="0" y="0"/>
                  </a:lnTo>
                  <a:lnTo>
                    <a:pt x="1009338" y="661329"/>
                  </a:lnTo>
                  <a:lnTo>
                    <a:pt x="1142126" y="661329"/>
                  </a:lnTo>
                  <a:close/>
                </a:path>
              </a:pathLst>
            </a:custGeom>
            <a:solidFill>
              <a:srgbClr val="EFEEEB"/>
            </a:solidFill>
            <a:ln w="0" cap="rnd">
              <a:noFill/>
              <a:round/>
            </a:ln>
          </p:spPr>
        </p:sp>
        <p:sp>
          <p:nvSpPr>
            <p:cNvPr id="128" name="Box frame 115"/>
            <p:cNvSpPr/>
            <p:nvPr/>
          </p:nvSpPr>
          <p:spPr>
            <a:xfrm>
              <a:off x="7840149" y="590350"/>
              <a:ext cx="1142126" cy="661329"/>
            </a:xfrm>
            <a:custGeom>
              <a:avLst/>
              <a:gdLst/>
              <a:ahLst/>
              <a:cxnLst/>
              <a:rect l="0" t="0" r="r" b="b"/>
              <a:pathLst>
                <a:path w="1142126" h="661329" fill="none">
                  <a:moveTo>
                    <a:pt x="1142126" y="661329"/>
                  </a:moveTo>
                  <a:lnTo>
                    <a:pt x="134280" y="0"/>
                  </a:lnTo>
                  <a:lnTo>
                    <a:pt x="0" y="0"/>
                  </a:lnTo>
                  <a:lnTo>
                    <a:pt x="1009338" y="661329"/>
                  </a:lnTo>
                  <a:lnTo>
                    <a:pt x="1142126" y="661329"/>
                  </a:lnTo>
                  <a:close/>
                </a:path>
              </a:pathLst>
            </a:custGeom>
            <a:noFill/>
            <a:ln w="9325" cap="rnd">
              <a:solidFill>
                <a:srgbClr val="4D4D4D"/>
              </a:solidFill>
              <a:round/>
            </a:ln>
          </p:spPr>
        </p:sp>
      </p:grpSp>
      <p:grpSp>
        <p:nvGrpSpPr>
          <p:cNvPr id="129" name="Box outer frame"/>
          <p:cNvGrpSpPr/>
          <p:nvPr/>
        </p:nvGrpSpPr>
        <p:grpSpPr>
          <a:xfrm>
            <a:off x="9325" y="670654"/>
            <a:ext cx="5772550" cy="4473764"/>
            <a:chOff x="3209725" y="1251679"/>
            <a:chExt cx="5772550" cy="4473764"/>
          </a:xfrm>
        </p:grpSpPr>
        <p:sp>
          <p:nvSpPr>
            <p:cNvPr id="130" name="Box outer frame 116"/>
            <p:cNvSpPr/>
            <p:nvPr/>
          </p:nvSpPr>
          <p:spPr>
            <a:xfrm>
              <a:off x="3209725" y="1251679"/>
              <a:ext cx="5772550" cy="4473764"/>
            </a:xfrm>
            <a:custGeom>
              <a:avLst/>
              <a:gdLst/>
              <a:ahLst/>
              <a:cxnLst/>
              <a:rect l="0" t="0" r="r" b="b"/>
              <a:pathLst>
                <a:path w="5772550" h="4473764" fill="norm">
                  <a:moveTo>
                    <a:pt x="5772550" y="4354031"/>
                  </a:moveTo>
                  <a:lnTo>
                    <a:pt x="5772550" y="0"/>
                  </a:lnTo>
                  <a:lnTo>
                    <a:pt x="5639762" y="0"/>
                  </a:lnTo>
                  <a:lnTo>
                    <a:pt x="5638643" y="4354031"/>
                  </a:lnTo>
                  <a:lnTo>
                    <a:pt x="134280" y="4354031"/>
                  </a:lnTo>
                  <a:lnTo>
                    <a:pt x="132788" y="0"/>
                  </a:lnTo>
                  <a:lnTo>
                    <a:pt x="0" y="0"/>
                  </a:lnTo>
                  <a:lnTo>
                    <a:pt x="0" y="4354031"/>
                  </a:lnTo>
                  <a:lnTo>
                    <a:pt x="0" y="4473764"/>
                  </a:lnTo>
                  <a:lnTo>
                    <a:pt x="5772550" y="4473764"/>
                  </a:lnTo>
                  <a:lnTo>
                    <a:pt x="5772550" y="4354031"/>
                  </a:lnTo>
                  <a:lnTo>
                    <a:pt x="5772550" y="4354031"/>
                  </a:lnTo>
                  <a:close/>
                </a:path>
              </a:pathLst>
            </a:custGeom>
            <a:solidFill>
              <a:srgbClr val="EFEEEB"/>
            </a:solidFill>
            <a:ln w="18650" cap="rnd">
              <a:solidFill>
                <a:srgbClr val="040000"/>
              </a:solidFill>
              <a:round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2026-09-22T07:44:52.0290000Z</dcterms:created>
  <dcterms:modified xsi:type="dcterms:W3CDTF">2026-09-22T07:44:52.0290000Z</dcterms:modified>
</coreProperties>
</file>